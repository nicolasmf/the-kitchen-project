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3" r:id="rId6"/>
    <p:sldId id="264" r:id="rId7"/>
    <p:sldId id="265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2F528F"/>
    <a:srgbClr val="A5B4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791EF-2E1E-458B-A029-E9D2688DC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3A17AB-4FCE-406B-BB44-B842E33E1C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AE86C-2E4A-4D9B-8666-F947B6085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DE98C-05B8-4A3D-BF51-B81F0E002F61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70178-C585-48F4-A440-21D619A62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DA667-3FAD-4E60-9E98-01D6FC060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F95AD-83DC-44A0-BDB6-9164E979F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713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C39CE-973A-4157-B0A0-8A14A265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1C327-2D87-4835-9F20-77F28BD2B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2DBAB-E59D-4FD2-82DC-E481743EC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DE98C-05B8-4A3D-BF51-B81F0E002F61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CBA73-D08C-4FAA-A93F-6059AD3EE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6BA26-E511-486F-8528-696B8F29B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F95AD-83DC-44A0-BDB6-9164E979F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310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DFA36-7FC8-42AC-B51C-7BC6C9556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E98BC-8BF8-4C21-8E70-FC99FFD35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B6AA8-3B4F-47CF-A82C-34E6EB033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DE98C-05B8-4A3D-BF51-B81F0E002F61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F5152-3EC0-4180-A81C-217BBC12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71DCB-4532-471F-8136-D95B03705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F95AD-83DC-44A0-BDB6-9164E979F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136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13484-917A-4C55-A162-14C5EC718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476CA-73BA-4769-B0E2-0DA89BC590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BE0AB-FD2D-4C7B-8B75-33D6E67669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52479-87F6-46A4-BCF2-AB62107EE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DE98C-05B8-4A3D-BF51-B81F0E002F61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F701-0E55-4A42-A3C4-A54B2F4F0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2E0D44-31BE-4DE6-A3C9-4D6531AE5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F95AD-83DC-44A0-BDB6-9164E979F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987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7DCF3-ED04-4506-85F8-407BDD634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66BF0-536C-4C31-BFFC-619746B88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693E5-35F1-4AE3-B618-F964EDB712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AE87BE-2997-4F9B-B811-60ACD08C6C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D67842-84BD-4ACF-883D-9334B3AB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513A52-2847-40BA-B048-689360724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DE98C-05B8-4A3D-BF51-B81F0E002F61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DF471E-09EE-4524-A265-F643CA294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D1C22A-A31A-40C1-B537-E80DF26EC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F95AD-83DC-44A0-BDB6-9164E979F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478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420A6-052F-4966-B9C0-B961453BB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48028C-AFEF-4B13-A7D6-132164737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DE98C-05B8-4A3D-BF51-B81F0E002F61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8B7909-4D0C-495D-B0BB-8950D408F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6C867D-8BA7-4630-B710-72EA453B7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F95AD-83DC-44A0-BDB6-9164E979F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697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3FF282-8D15-4A8B-970D-195979E56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DE98C-05B8-4A3D-BF51-B81F0E002F61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7BBB54-4A55-48F1-84EB-83BF40CEA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C4DF7-9C5A-41EB-A0F9-E047578F9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F95AD-83DC-44A0-BDB6-9164E979F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039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9F83B-E421-4638-90CC-515154CC2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6EFD0-5D66-44FE-AD34-08E6E989C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46B290-B928-4C45-B31B-92B0547EB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69992-789E-414D-A101-BFDE5ECD6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DE98C-05B8-4A3D-BF51-B81F0E002F61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129499-5AC1-4167-BB93-7555B206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849C8D-6A02-441A-B033-EAB6E5852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F95AD-83DC-44A0-BDB6-9164E979F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49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29A01-C9B2-4669-80A0-1C8FE0C44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8CA88D-355D-492B-BB70-2AA6F795BE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748FF6-81B1-4FB4-8A6F-A69A9C422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C89179-BCBC-48B0-B25E-FC1A0A018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DE98C-05B8-4A3D-BF51-B81F0E002F61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A570F-303F-4640-8AF5-93B920D6C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0682B8-640A-419E-942F-98548CA3A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F95AD-83DC-44A0-BDB6-9164E979F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875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AF7E2-A7C5-455F-ADA7-81579A1F3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20CE17-678A-4657-8351-2E0C514259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86E8E-00A6-4207-8D0A-CC67BE400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DE98C-05B8-4A3D-BF51-B81F0E002F61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B60C3-402C-4B5F-AC20-EA6DACADC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FA18C-82CC-46B5-B948-4FD2FE606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F95AD-83DC-44A0-BDB6-9164E979F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312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CF36A-C6AE-4851-8FD3-0CA4775AA0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42F157-18A3-4B05-843E-C7DEA06E9B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9713C-787C-4D2E-B06E-418B0AA9A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DE98C-05B8-4A3D-BF51-B81F0E002F61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04441-15B4-4D2A-B7B9-CAA62342C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481A0-9291-4C70-9565-18FEC00FD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F95AD-83DC-44A0-BDB6-9164E979F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433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29AD93-6F4D-4815-8113-78234E62E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550B2E-BCF0-4F09-93E6-D95A874E0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35A0E-77DA-4D2B-A46C-7CD42F829E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DE98C-05B8-4A3D-BF51-B81F0E002F61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B9A76-B7CE-4B06-B35F-6C7B4986D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40107-55E5-4876-B43B-50C7D8846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F95AD-83DC-44A0-BDB6-9164E979F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458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BBFF78-C921-46FF-86B4-BADE3C6AB070}"/>
              </a:ext>
            </a:extLst>
          </p:cNvPr>
          <p:cNvSpPr/>
          <p:nvPr/>
        </p:nvSpPr>
        <p:spPr>
          <a:xfrm>
            <a:off x="0" y="0"/>
            <a:ext cx="12192000" cy="19526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46CB6F-98A5-40E8-B77C-260D84E2DEFC}"/>
              </a:ext>
            </a:extLst>
          </p:cNvPr>
          <p:cNvSpPr txBox="1"/>
          <p:nvPr/>
        </p:nvSpPr>
        <p:spPr>
          <a:xfrm>
            <a:off x="3721223" y="622369"/>
            <a:ext cx="47495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haroni" panose="02010803020104030203" pitchFamily="2" charset="-79"/>
                <a:cs typeface="Aharoni" panose="02010803020104030203" pitchFamily="2" charset="-79"/>
              </a:rPr>
              <a:t>The Kitchen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030887-C830-4591-A1ED-C943AD4A7764}"/>
              </a:ext>
            </a:extLst>
          </p:cNvPr>
          <p:cNvSpPr txBox="1"/>
          <p:nvPr/>
        </p:nvSpPr>
        <p:spPr>
          <a:xfrm>
            <a:off x="4910831" y="3105834"/>
            <a:ext cx="2370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Create a schedule (complete meal)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2E515D-35E8-4EE2-AB18-0E1E6DCE76A3}"/>
              </a:ext>
            </a:extLst>
          </p:cNvPr>
          <p:cNvSpPr txBox="1"/>
          <p:nvPr/>
        </p:nvSpPr>
        <p:spPr>
          <a:xfrm>
            <a:off x="1350885" y="4582210"/>
            <a:ext cx="2370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Search a recipe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F0B5B3-66F1-4479-B3A2-22ECEA4AAD25}"/>
              </a:ext>
            </a:extLst>
          </p:cNvPr>
          <p:cNvSpPr txBox="1"/>
          <p:nvPr/>
        </p:nvSpPr>
        <p:spPr>
          <a:xfrm>
            <a:off x="8470777" y="4259045"/>
            <a:ext cx="2370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Explore</a:t>
            </a:r>
          </a:p>
          <a:p>
            <a:pPr algn="ctr"/>
            <a:r>
              <a:rPr lang="en-US" b="1" dirty="0"/>
              <a:t>New Ideas </a:t>
            </a:r>
          </a:p>
        </p:txBody>
      </p:sp>
    </p:spTree>
    <p:extLst>
      <p:ext uri="{BB962C8B-B14F-4D97-AF65-F5344CB8AC3E}">
        <p14:creationId xmlns:p14="http://schemas.microsoft.com/office/powerpoint/2010/main" val="420008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5F2824-6F00-4349-BF4D-9D4B34C7CE4B}"/>
              </a:ext>
            </a:extLst>
          </p:cNvPr>
          <p:cNvSpPr/>
          <p:nvPr/>
        </p:nvSpPr>
        <p:spPr>
          <a:xfrm>
            <a:off x="9821663" y="0"/>
            <a:ext cx="2370338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BBFF78-C921-46FF-86B4-BADE3C6AB070}"/>
              </a:ext>
            </a:extLst>
          </p:cNvPr>
          <p:cNvSpPr/>
          <p:nvPr/>
        </p:nvSpPr>
        <p:spPr>
          <a:xfrm>
            <a:off x="0" y="0"/>
            <a:ext cx="12192000" cy="19526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46CB6F-98A5-40E8-B77C-260D84E2DEFC}"/>
              </a:ext>
            </a:extLst>
          </p:cNvPr>
          <p:cNvSpPr txBox="1"/>
          <p:nvPr/>
        </p:nvSpPr>
        <p:spPr>
          <a:xfrm>
            <a:off x="3721223" y="622369"/>
            <a:ext cx="47495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haroni" panose="02010803020104030203" pitchFamily="2" charset="-79"/>
                <a:cs typeface="Aharoni" panose="02010803020104030203" pitchFamily="2" charset="-79"/>
              </a:rPr>
              <a:t>The Kitchen Project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1F5B52-A50B-4DEC-8025-4637A9D43577}"/>
              </a:ext>
            </a:extLst>
          </p:cNvPr>
          <p:cNvSpPr txBox="1"/>
          <p:nvPr/>
        </p:nvSpPr>
        <p:spPr>
          <a:xfrm>
            <a:off x="9821662" y="1330255"/>
            <a:ext cx="2370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My Profile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D10B9D7-C7C2-4F1D-9A6C-64498D7BC5D3}"/>
              </a:ext>
            </a:extLst>
          </p:cNvPr>
          <p:cNvSpPr/>
          <p:nvPr/>
        </p:nvSpPr>
        <p:spPr>
          <a:xfrm>
            <a:off x="9925235" y="1296720"/>
            <a:ext cx="479394" cy="436401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66EFB3-CADF-4B53-8261-41B6AD29C594}"/>
              </a:ext>
            </a:extLst>
          </p:cNvPr>
          <p:cNvSpPr txBox="1"/>
          <p:nvPr/>
        </p:nvSpPr>
        <p:spPr>
          <a:xfrm>
            <a:off x="9821662" y="2129291"/>
            <a:ext cx="237033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My Favorites Recipes</a:t>
            </a:r>
          </a:p>
          <a:p>
            <a:pPr algn="ctr"/>
            <a:endParaRPr lang="en-US" b="1" dirty="0"/>
          </a:p>
          <a:p>
            <a:r>
              <a:rPr lang="en-US" b="1" dirty="0"/>
              <a:t>My planned schedule 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My kitchen </a:t>
            </a:r>
          </a:p>
          <a:p>
            <a:endParaRPr lang="en-US" b="1" dirty="0"/>
          </a:p>
          <a:p>
            <a:r>
              <a:rPr lang="en-US" b="1" dirty="0"/>
              <a:t>My options</a:t>
            </a:r>
          </a:p>
        </p:txBody>
      </p:sp>
    </p:spTree>
    <p:extLst>
      <p:ext uri="{BB962C8B-B14F-4D97-AF65-F5344CB8AC3E}">
        <p14:creationId xmlns:p14="http://schemas.microsoft.com/office/powerpoint/2010/main" val="1197921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BBFF78-C921-46FF-86B4-BADE3C6AB070}"/>
              </a:ext>
            </a:extLst>
          </p:cNvPr>
          <p:cNvSpPr/>
          <p:nvPr/>
        </p:nvSpPr>
        <p:spPr>
          <a:xfrm>
            <a:off x="0" y="0"/>
            <a:ext cx="12192000" cy="19526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46CB6F-98A5-40E8-B77C-260D84E2DEFC}"/>
              </a:ext>
            </a:extLst>
          </p:cNvPr>
          <p:cNvSpPr txBox="1"/>
          <p:nvPr/>
        </p:nvSpPr>
        <p:spPr>
          <a:xfrm>
            <a:off x="3721223" y="622369"/>
            <a:ext cx="47495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haroni" panose="02010803020104030203" pitchFamily="2" charset="-79"/>
                <a:cs typeface="Aharoni" panose="02010803020104030203" pitchFamily="2" charset="-79"/>
              </a:rPr>
              <a:t>The Kitchen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030887-C830-4591-A1ED-C943AD4A7764}"/>
              </a:ext>
            </a:extLst>
          </p:cNvPr>
          <p:cNvSpPr txBox="1"/>
          <p:nvPr/>
        </p:nvSpPr>
        <p:spPr>
          <a:xfrm>
            <a:off x="4910831" y="1330255"/>
            <a:ext cx="2370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Search a Recipe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52E68A-EFDE-446C-A4CC-A215ED77819F}"/>
              </a:ext>
            </a:extLst>
          </p:cNvPr>
          <p:cNvSpPr/>
          <p:nvPr/>
        </p:nvSpPr>
        <p:spPr>
          <a:xfrm>
            <a:off x="4436615" y="2978434"/>
            <a:ext cx="3318769" cy="31160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0E9A06-95D9-4F5D-87D6-56B1A1068972}"/>
              </a:ext>
            </a:extLst>
          </p:cNvPr>
          <p:cNvSpPr/>
          <p:nvPr/>
        </p:nvSpPr>
        <p:spPr>
          <a:xfrm>
            <a:off x="8823664" y="3203717"/>
            <a:ext cx="2939249" cy="26654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1464DD-C4A8-4A81-9DF6-CF2A534FD16C}"/>
              </a:ext>
            </a:extLst>
          </p:cNvPr>
          <p:cNvSpPr/>
          <p:nvPr/>
        </p:nvSpPr>
        <p:spPr>
          <a:xfrm>
            <a:off x="429087" y="3203717"/>
            <a:ext cx="2939249" cy="26654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035064-9626-45FA-B9B6-77E98DA794A7}"/>
              </a:ext>
            </a:extLst>
          </p:cNvPr>
          <p:cNvCxnSpPr/>
          <p:nvPr/>
        </p:nvCxnSpPr>
        <p:spPr>
          <a:xfrm>
            <a:off x="4119239" y="2618912"/>
            <a:ext cx="3764132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237E99-A5D1-4AA0-9F1C-DA8901DCF4C4}"/>
              </a:ext>
            </a:extLst>
          </p:cNvPr>
          <p:cNvCxnSpPr/>
          <p:nvPr/>
        </p:nvCxnSpPr>
        <p:spPr>
          <a:xfrm>
            <a:off x="4213933" y="6393401"/>
            <a:ext cx="3764132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885F9A70-C246-47F2-B264-81A6FC3F0148}"/>
              </a:ext>
            </a:extLst>
          </p:cNvPr>
          <p:cNvSpPr/>
          <p:nvPr/>
        </p:nvSpPr>
        <p:spPr>
          <a:xfrm>
            <a:off x="4315287" y="2159901"/>
            <a:ext cx="242656" cy="251735"/>
          </a:xfrm>
          <a:prstGeom prst="ellipse">
            <a:avLst/>
          </a:prstGeom>
          <a:solidFill>
            <a:schemeClr val="bg1">
              <a:lumMod val="95000"/>
            </a:schemeClr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0FDEC16-0B2E-4D0A-BAFB-3293152B4A22}"/>
              </a:ext>
            </a:extLst>
          </p:cNvPr>
          <p:cNvCxnSpPr>
            <a:stCxn id="13" idx="5"/>
          </p:cNvCxnSpPr>
          <p:nvPr/>
        </p:nvCxnSpPr>
        <p:spPr>
          <a:xfrm>
            <a:off x="4522407" y="2374770"/>
            <a:ext cx="147247" cy="77533"/>
          </a:xfrm>
          <a:prstGeom prst="line">
            <a:avLst/>
          </a:prstGeom>
          <a:ln w="57150">
            <a:solidFill>
              <a:srgbClr val="2F52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591D7F9-1411-48AC-8F99-771181B0461F}"/>
              </a:ext>
            </a:extLst>
          </p:cNvPr>
          <p:cNvSpPr/>
          <p:nvPr/>
        </p:nvSpPr>
        <p:spPr>
          <a:xfrm>
            <a:off x="4776186" y="2119234"/>
            <a:ext cx="2857873" cy="378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Type something</a:t>
            </a:r>
          </a:p>
        </p:txBody>
      </p:sp>
    </p:spTree>
    <p:extLst>
      <p:ext uri="{BB962C8B-B14F-4D97-AF65-F5344CB8AC3E}">
        <p14:creationId xmlns:p14="http://schemas.microsoft.com/office/powerpoint/2010/main" val="998592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BBFF78-C921-46FF-86B4-BADE3C6AB070}"/>
              </a:ext>
            </a:extLst>
          </p:cNvPr>
          <p:cNvSpPr/>
          <p:nvPr/>
        </p:nvSpPr>
        <p:spPr>
          <a:xfrm>
            <a:off x="0" y="0"/>
            <a:ext cx="12192000" cy="19526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46CB6F-98A5-40E8-B77C-260D84E2DEFC}"/>
              </a:ext>
            </a:extLst>
          </p:cNvPr>
          <p:cNvSpPr txBox="1"/>
          <p:nvPr/>
        </p:nvSpPr>
        <p:spPr>
          <a:xfrm>
            <a:off x="3721223" y="622369"/>
            <a:ext cx="47495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haroni" panose="02010803020104030203" pitchFamily="2" charset="-79"/>
                <a:cs typeface="Aharoni" panose="02010803020104030203" pitchFamily="2" charset="-79"/>
              </a:rPr>
              <a:t>The Kitchen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411D72-B185-4504-ABC4-CB6A3171196C}"/>
              </a:ext>
            </a:extLst>
          </p:cNvPr>
          <p:cNvSpPr/>
          <p:nvPr/>
        </p:nvSpPr>
        <p:spPr>
          <a:xfrm>
            <a:off x="0" y="1952624"/>
            <a:ext cx="12192000" cy="49053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 CANVAS (only for schedule -- &gt; packing it on the Canvas)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C725F4-53C0-4F31-9599-D373FFEA5953}"/>
              </a:ext>
            </a:extLst>
          </p:cNvPr>
          <p:cNvSpPr txBox="1"/>
          <p:nvPr/>
        </p:nvSpPr>
        <p:spPr>
          <a:xfrm>
            <a:off x="4910831" y="1330255"/>
            <a:ext cx="2370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Schedule</a:t>
            </a:r>
          </a:p>
        </p:txBody>
      </p:sp>
    </p:spTree>
    <p:extLst>
      <p:ext uri="{BB962C8B-B14F-4D97-AF65-F5344CB8AC3E}">
        <p14:creationId xmlns:p14="http://schemas.microsoft.com/office/powerpoint/2010/main" val="2434663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BBFF78-C921-46FF-86B4-BADE3C6AB070}"/>
              </a:ext>
            </a:extLst>
          </p:cNvPr>
          <p:cNvSpPr/>
          <p:nvPr/>
        </p:nvSpPr>
        <p:spPr>
          <a:xfrm>
            <a:off x="0" y="0"/>
            <a:ext cx="12192000" cy="19526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46CB6F-98A5-40E8-B77C-260D84E2DEFC}"/>
              </a:ext>
            </a:extLst>
          </p:cNvPr>
          <p:cNvSpPr txBox="1"/>
          <p:nvPr/>
        </p:nvSpPr>
        <p:spPr>
          <a:xfrm>
            <a:off x="3721223" y="622369"/>
            <a:ext cx="47495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haroni" panose="02010803020104030203" pitchFamily="2" charset="-79"/>
                <a:cs typeface="Aharoni" panose="02010803020104030203" pitchFamily="2" charset="-79"/>
              </a:rPr>
              <a:t>The Kitchen Project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C725F4-53C0-4F31-9599-D373FFEA5953}"/>
              </a:ext>
            </a:extLst>
          </p:cNvPr>
          <p:cNvSpPr txBox="1"/>
          <p:nvPr/>
        </p:nvSpPr>
        <p:spPr>
          <a:xfrm>
            <a:off x="4910831" y="1330255"/>
            <a:ext cx="2370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Schedule – List Mode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ACA621-0598-4C06-BE29-2E65622DCF70}"/>
              </a:ext>
            </a:extLst>
          </p:cNvPr>
          <p:cNvSpPr/>
          <p:nvPr/>
        </p:nvSpPr>
        <p:spPr>
          <a:xfrm>
            <a:off x="3424561" y="5596246"/>
            <a:ext cx="5342878" cy="8328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E3738E-3E20-429F-BBCF-3C4E2A89C438}"/>
              </a:ext>
            </a:extLst>
          </p:cNvPr>
          <p:cNvSpPr/>
          <p:nvPr/>
        </p:nvSpPr>
        <p:spPr>
          <a:xfrm>
            <a:off x="3424561" y="4476254"/>
            <a:ext cx="5342878" cy="8328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B6A6C3-0774-41C4-B87C-B65C09B08FE7}"/>
              </a:ext>
            </a:extLst>
          </p:cNvPr>
          <p:cNvSpPr/>
          <p:nvPr/>
        </p:nvSpPr>
        <p:spPr>
          <a:xfrm>
            <a:off x="3424561" y="3356262"/>
            <a:ext cx="5342878" cy="8328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B72006E-B9D2-457D-9164-CE6CA7CBFD99}"/>
              </a:ext>
            </a:extLst>
          </p:cNvPr>
          <p:cNvGrpSpPr/>
          <p:nvPr/>
        </p:nvGrpSpPr>
        <p:grpSpPr>
          <a:xfrm>
            <a:off x="3424561" y="2244072"/>
            <a:ext cx="5342878" cy="832877"/>
            <a:chOff x="3424561" y="2236270"/>
            <a:chExt cx="5342878" cy="83287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28997FB-A698-4C5C-B61F-87C32CE8C0E9}"/>
                </a:ext>
              </a:extLst>
            </p:cNvPr>
            <p:cNvSpPr/>
            <p:nvPr/>
          </p:nvSpPr>
          <p:spPr>
            <a:xfrm>
              <a:off x="3424561" y="2236270"/>
              <a:ext cx="5342878" cy="8328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89B46A8-F6FD-4405-93FB-4952CED41475}"/>
                </a:ext>
              </a:extLst>
            </p:cNvPr>
            <p:cNvSpPr txBox="1"/>
            <p:nvPr/>
          </p:nvSpPr>
          <p:spPr>
            <a:xfrm>
              <a:off x="3533313" y="2329542"/>
              <a:ext cx="5234126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Description of the step</a:t>
              </a:r>
              <a:endParaRPr lang="en-US" sz="500" b="1" dirty="0"/>
            </a:p>
            <a:p>
              <a:br>
                <a:rPr lang="en-US" sz="500" b="1" dirty="0"/>
              </a:br>
              <a:r>
                <a:rPr lang="en-US" sz="1000" b="1" dirty="0"/>
                <a:t>				                               </a:t>
              </a:r>
              <a:r>
                <a:rPr lang="en-US" sz="1000" dirty="0"/>
                <a:t> est. time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31A729C-90E9-4E2C-82C4-F1730A4B89EA}"/>
              </a:ext>
            </a:extLst>
          </p:cNvPr>
          <p:cNvGrpSpPr/>
          <p:nvPr/>
        </p:nvGrpSpPr>
        <p:grpSpPr>
          <a:xfrm>
            <a:off x="3424561" y="3356262"/>
            <a:ext cx="5342878" cy="832877"/>
            <a:chOff x="3424561" y="2236270"/>
            <a:chExt cx="5342878" cy="832877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C88A8B8-FED9-4F4A-A0C1-E7EB1F1C49B9}"/>
                </a:ext>
              </a:extLst>
            </p:cNvPr>
            <p:cNvSpPr/>
            <p:nvPr/>
          </p:nvSpPr>
          <p:spPr>
            <a:xfrm>
              <a:off x="3424561" y="2236270"/>
              <a:ext cx="5342878" cy="8328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DB3642F-4A04-4FC7-9E28-FA9D56DF970B}"/>
                </a:ext>
              </a:extLst>
            </p:cNvPr>
            <p:cNvSpPr txBox="1"/>
            <p:nvPr/>
          </p:nvSpPr>
          <p:spPr>
            <a:xfrm>
              <a:off x="3533313" y="2329542"/>
              <a:ext cx="5234126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Description of the step</a:t>
              </a:r>
              <a:endParaRPr lang="en-US" sz="500" b="1" dirty="0"/>
            </a:p>
            <a:p>
              <a:br>
                <a:rPr lang="en-US" sz="500" b="1" dirty="0"/>
              </a:br>
              <a:r>
                <a:rPr lang="en-US" sz="1000" b="1" dirty="0"/>
                <a:t>				                               </a:t>
              </a:r>
              <a:r>
                <a:rPr lang="en-US" sz="1000" dirty="0"/>
                <a:t> est. time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A0D78DC-0E62-4C89-AB06-707FCCD8FCB4}"/>
              </a:ext>
            </a:extLst>
          </p:cNvPr>
          <p:cNvGrpSpPr/>
          <p:nvPr/>
        </p:nvGrpSpPr>
        <p:grpSpPr>
          <a:xfrm>
            <a:off x="3424561" y="5596245"/>
            <a:ext cx="5342878" cy="832877"/>
            <a:chOff x="3424561" y="2236270"/>
            <a:chExt cx="5342878" cy="832877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B416FD8-6457-4118-A132-066DB4DA285E}"/>
                </a:ext>
              </a:extLst>
            </p:cNvPr>
            <p:cNvSpPr/>
            <p:nvPr/>
          </p:nvSpPr>
          <p:spPr>
            <a:xfrm>
              <a:off x="3424561" y="2236270"/>
              <a:ext cx="5342878" cy="8328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518A715-8D7A-4770-8A1D-1B91A4F3D83D}"/>
                </a:ext>
              </a:extLst>
            </p:cNvPr>
            <p:cNvSpPr txBox="1"/>
            <p:nvPr/>
          </p:nvSpPr>
          <p:spPr>
            <a:xfrm>
              <a:off x="3533313" y="2329542"/>
              <a:ext cx="5234126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Description of the step</a:t>
              </a:r>
              <a:endParaRPr lang="en-US" sz="500" b="1" dirty="0"/>
            </a:p>
            <a:p>
              <a:br>
                <a:rPr lang="en-US" sz="500" b="1" dirty="0"/>
              </a:br>
              <a:r>
                <a:rPr lang="en-US" sz="1000" b="1" dirty="0"/>
                <a:t>				                               </a:t>
              </a:r>
              <a:r>
                <a:rPr lang="en-US" sz="1000" dirty="0"/>
                <a:t> est. time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856E851-0633-46B1-B12C-C37454D27BA7}"/>
              </a:ext>
            </a:extLst>
          </p:cNvPr>
          <p:cNvGrpSpPr/>
          <p:nvPr/>
        </p:nvGrpSpPr>
        <p:grpSpPr>
          <a:xfrm>
            <a:off x="3424561" y="4476254"/>
            <a:ext cx="5342878" cy="832877"/>
            <a:chOff x="3424561" y="2236270"/>
            <a:chExt cx="5342878" cy="832877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9925F6A-C1F2-44AB-B618-9CBA3B1A3548}"/>
                </a:ext>
              </a:extLst>
            </p:cNvPr>
            <p:cNvSpPr/>
            <p:nvPr/>
          </p:nvSpPr>
          <p:spPr>
            <a:xfrm>
              <a:off x="3424561" y="2236270"/>
              <a:ext cx="5342878" cy="8328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D155D3C-EAD8-44BC-AEE4-376003CCD355}"/>
                </a:ext>
              </a:extLst>
            </p:cNvPr>
            <p:cNvSpPr txBox="1"/>
            <p:nvPr/>
          </p:nvSpPr>
          <p:spPr>
            <a:xfrm>
              <a:off x="3533313" y="2329542"/>
              <a:ext cx="5234126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Description of the step</a:t>
              </a:r>
              <a:endParaRPr lang="en-US" sz="500" b="1" dirty="0"/>
            </a:p>
            <a:p>
              <a:br>
                <a:rPr lang="en-US" sz="500" b="1" dirty="0"/>
              </a:br>
              <a:r>
                <a:rPr lang="en-US" sz="1000" b="1" dirty="0"/>
                <a:t>				                               </a:t>
              </a:r>
              <a:r>
                <a:rPr lang="en-US" sz="1000" dirty="0"/>
                <a:t> est. 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7804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BBFF78-C921-46FF-86B4-BADE3C6AB070}"/>
              </a:ext>
            </a:extLst>
          </p:cNvPr>
          <p:cNvSpPr/>
          <p:nvPr/>
        </p:nvSpPr>
        <p:spPr>
          <a:xfrm>
            <a:off x="0" y="0"/>
            <a:ext cx="12192000" cy="19526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46CB6F-98A5-40E8-B77C-260D84E2DEFC}"/>
              </a:ext>
            </a:extLst>
          </p:cNvPr>
          <p:cNvSpPr txBox="1"/>
          <p:nvPr/>
        </p:nvSpPr>
        <p:spPr>
          <a:xfrm>
            <a:off x="3721223" y="622369"/>
            <a:ext cx="47495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haroni" panose="02010803020104030203" pitchFamily="2" charset="-79"/>
                <a:cs typeface="Aharoni" panose="02010803020104030203" pitchFamily="2" charset="-79"/>
              </a:rPr>
              <a:t>The Kitchen Project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C725F4-53C0-4F31-9599-D373FFEA5953}"/>
              </a:ext>
            </a:extLst>
          </p:cNvPr>
          <p:cNvSpPr txBox="1"/>
          <p:nvPr/>
        </p:nvSpPr>
        <p:spPr>
          <a:xfrm>
            <a:off x="4910831" y="1330255"/>
            <a:ext cx="261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Schedule – Step by step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ACA621-0598-4C06-BE29-2E65622DCF70}"/>
              </a:ext>
            </a:extLst>
          </p:cNvPr>
          <p:cNvSpPr/>
          <p:nvPr/>
        </p:nvSpPr>
        <p:spPr>
          <a:xfrm>
            <a:off x="3424561" y="5316934"/>
            <a:ext cx="5342878" cy="8328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E3738E-3E20-429F-BBCF-3C4E2A89C438}"/>
              </a:ext>
            </a:extLst>
          </p:cNvPr>
          <p:cNvSpPr/>
          <p:nvPr/>
        </p:nvSpPr>
        <p:spPr>
          <a:xfrm>
            <a:off x="3424561" y="3804464"/>
            <a:ext cx="5342878" cy="8328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31A729C-90E9-4E2C-82C4-F1730A4B89EA}"/>
              </a:ext>
            </a:extLst>
          </p:cNvPr>
          <p:cNvGrpSpPr/>
          <p:nvPr/>
        </p:nvGrpSpPr>
        <p:grpSpPr>
          <a:xfrm>
            <a:off x="3424561" y="2291994"/>
            <a:ext cx="5342878" cy="832877"/>
            <a:chOff x="3424561" y="2236270"/>
            <a:chExt cx="5342878" cy="832877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C88A8B8-FED9-4F4A-A0C1-E7EB1F1C49B9}"/>
                </a:ext>
              </a:extLst>
            </p:cNvPr>
            <p:cNvSpPr/>
            <p:nvPr/>
          </p:nvSpPr>
          <p:spPr>
            <a:xfrm>
              <a:off x="3424561" y="2236270"/>
              <a:ext cx="5342878" cy="8328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DB3642F-4A04-4FC7-9E28-FA9D56DF970B}"/>
                </a:ext>
              </a:extLst>
            </p:cNvPr>
            <p:cNvSpPr txBox="1"/>
            <p:nvPr/>
          </p:nvSpPr>
          <p:spPr>
            <a:xfrm>
              <a:off x="3533313" y="2329542"/>
              <a:ext cx="5234126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Description of the step</a:t>
              </a:r>
              <a:endParaRPr lang="en-US" sz="500" b="1" dirty="0"/>
            </a:p>
            <a:p>
              <a:br>
                <a:rPr lang="en-US" sz="500" b="1" dirty="0"/>
              </a:br>
              <a:r>
                <a:rPr lang="en-US" sz="1000" b="1" dirty="0"/>
                <a:t>				                               </a:t>
              </a:r>
              <a:r>
                <a:rPr lang="en-US" sz="1000" dirty="0"/>
                <a:t> est. time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8518A715-8D7A-4770-8A1D-1B91A4F3D83D}"/>
              </a:ext>
            </a:extLst>
          </p:cNvPr>
          <p:cNvSpPr txBox="1"/>
          <p:nvPr/>
        </p:nvSpPr>
        <p:spPr>
          <a:xfrm>
            <a:off x="3478937" y="5433290"/>
            <a:ext cx="523412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Description of the step</a:t>
            </a:r>
            <a:endParaRPr lang="en-US" sz="500" b="1" dirty="0"/>
          </a:p>
          <a:p>
            <a:br>
              <a:rPr lang="en-US" sz="500" b="1" dirty="0"/>
            </a:br>
            <a:r>
              <a:rPr lang="en-US" sz="1000" b="1" dirty="0"/>
              <a:t>				                               </a:t>
            </a:r>
            <a:r>
              <a:rPr lang="en-US" sz="1000" dirty="0"/>
              <a:t> est. time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856E851-0633-46B1-B12C-C37454D27BA7}"/>
              </a:ext>
            </a:extLst>
          </p:cNvPr>
          <p:cNvGrpSpPr/>
          <p:nvPr/>
        </p:nvGrpSpPr>
        <p:grpSpPr>
          <a:xfrm>
            <a:off x="3424561" y="3804464"/>
            <a:ext cx="5342878" cy="832877"/>
            <a:chOff x="3424561" y="2236270"/>
            <a:chExt cx="5342878" cy="832877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9925F6A-C1F2-44AB-B618-9CBA3B1A3548}"/>
                </a:ext>
              </a:extLst>
            </p:cNvPr>
            <p:cNvSpPr/>
            <p:nvPr/>
          </p:nvSpPr>
          <p:spPr>
            <a:xfrm>
              <a:off x="3424561" y="2236270"/>
              <a:ext cx="5342878" cy="8328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D155D3C-EAD8-44BC-AEE4-376003CCD355}"/>
                </a:ext>
              </a:extLst>
            </p:cNvPr>
            <p:cNvSpPr txBox="1"/>
            <p:nvPr/>
          </p:nvSpPr>
          <p:spPr>
            <a:xfrm>
              <a:off x="3533313" y="2329542"/>
              <a:ext cx="5234126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Description of the step</a:t>
              </a:r>
              <a:endParaRPr lang="en-US" sz="500" b="1" dirty="0"/>
            </a:p>
            <a:p>
              <a:br>
                <a:rPr lang="en-US" sz="500" b="1" dirty="0"/>
              </a:br>
              <a:r>
                <a:rPr lang="en-US" sz="1000" b="1" dirty="0"/>
                <a:t>				                               </a:t>
              </a:r>
              <a:r>
                <a:rPr lang="en-US" sz="1000" dirty="0"/>
                <a:t> est. time</a:t>
              </a:r>
            </a:p>
          </p:txBody>
        </p: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C95C7F3-7DF9-4F17-A959-8EE703FB0D01}"/>
              </a:ext>
            </a:extLst>
          </p:cNvPr>
          <p:cNvCxnSpPr/>
          <p:nvPr/>
        </p:nvCxnSpPr>
        <p:spPr>
          <a:xfrm>
            <a:off x="4546845" y="3429000"/>
            <a:ext cx="297402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3406376-2045-43FD-A20B-3238E0320A3F}"/>
              </a:ext>
            </a:extLst>
          </p:cNvPr>
          <p:cNvCxnSpPr/>
          <p:nvPr/>
        </p:nvCxnSpPr>
        <p:spPr>
          <a:xfrm>
            <a:off x="4546845" y="4992949"/>
            <a:ext cx="297402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C5F8AC0-A9D3-4A7B-A694-6B490A1934AB}"/>
              </a:ext>
            </a:extLst>
          </p:cNvPr>
          <p:cNvSpPr/>
          <p:nvPr/>
        </p:nvSpPr>
        <p:spPr>
          <a:xfrm>
            <a:off x="506026" y="2268909"/>
            <a:ext cx="1908700" cy="8328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Previous step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5B33B7-F0F1-437C-BE79-07D1CC80E9E8}"/>
              </a:ext>
            </a:extLst>
          </p:cNvPr>
          <p:cNvSpPr/>
          <p:nvPr/>
        </p:nvSpPr>
        <p:spPr>
          <a:xfrm>
            <a:off x="506026" y="3804464"/>
            <a:ext cx="1908700" cy="8328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Current step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0B04767-5F57-4229-B6E0-86A97D939969}"/>
              </a:ext>
            </a:extLst>
          </p:cNvPr>
          <p:cNvSpPr/>
          <p:nvPr/>
        </p:nvSpPr>
        <p:spPr>
          <a:xfrm>
            <a:off x="506026" y="5312596"/>
            <a:ext cx="1908700" cy="8328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Next step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95766C4-0564-453C-83C2-CE85FC3CC3C8}"/>
              </a:ext>
            </a:extLst>
          </p:cNvPr>
          <p:cNvSpPr/>
          <p:nvPr/>
        </p:nvSpPr>
        <p:spPr>
          <a:xfrm>
            <a:off x="9855691" y="3807661"/>
            <a:ext cx="1205886" cy="8328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Done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E5A8192-3E6E-46C4-ADBC-3E96A6C5FD44}"/>
              </a:ext>
            </a:extLst>
          </p:cNvPr>
          <p:cNvSpPr/>
          <p:nvPr/>
        </p:nvSpPr>
        <p:spPr>
          <a:xfrm>
            <a:off x="9855691" y="2291994"/>
            <a:ext cx="1205886" cy="832877"/>
          </a:xfrm>
          <a:prstGeom prst="rect">
            <a:avLst/>
          </a:prstGeom>
          <a:solidFill>
            <a:srgbClr val="FF33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Back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2D74D2B-30E8-4E4B-B515-25FF805C9F9A}"/>
              </a:ext>
            </a:extLst>
          </p:cNvPr>
          <p:cNvSpPr/>
          <p:nvPr/>
        </p:nvSpPr>
        <p:spPr>
          <a:xfrm>
            <a:off x="9855691" y="5312595"/>
            <a:ext cx="1205886" cy="83287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3515117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BBFF78-C921-46FF-86B4-BADE3C6AB070}"/>
              </a:ext>
            </a:extLst>
          </p:cNvPr>
          <p:cNvSpPr/>
          <p:nvPr/>
        </p:nvSpPr>
        <p:spPr>
          <a:xfrm>
            <a:off x="0" y="0"/>
            <a:ext cx="12192000" cy="19526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46CB6F-98A5-40E8-B77C-260D84E2DEFC}"/>
              </a:ext>
            </a:extLst>
          </p:cNvPr>
          <p:cNvSpPr txBox="1"/>
          <p:nvPr/>
        </p:nvSpPr>
        <p:spPr>
          <a:xfrm>
            <a:off x="3721223" y="622369"/>
            <a:ext cx="47495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haroni" panose="02010803020104030203" pitchFamily="2" charset="-79"/>
                <a:cs typeface="Aharoni" panose="02010803020104030203" pitchFamily="2" charset="-79"/>
              </a:rPr>
              <a:t>The Kitchen Project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C725F4-53C0-4F31-9599-D373FFEA5953}"/>
              </a:ext>
            </a:extLst>
          </p:cNvPr>
          <p:cNvSpPr txBox="1"/>
          <p:nvPr/>
        </p:nvSpPr>
        <p:spPr>
          <a:xfrm>
            <a:off x="4910831" y="1330255"/>
            <a:ext cx="261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Schedule – Real - time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ACA621-0598-4C06-BE29-2E65622DCF70}"/>
              </a:ext>
            </a:extLst>
          </p:cNvPr>
          <p:cNvSpPr/>
          <p:nvPr/>
        </p:nvSpPr>
        <p:spPr>
          <a:xfrm>
            <a:off x="3424561" y="5316934"/>
            <a:ext cx="5342878" cy="8328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E3738E-3E20-429F-BBCF-3C4E2A89C438}"/>
              </a:ext>
            </a:extLst>
          </p:cNvPr>
          <p:cNvSpPr/>
          <p:nvPr/>
        </p:nvSpPr>
        <p:spPr>
          <a:xfrm>
            <a:off x="3424561" y="3804464"/>
            <a:ext cx="5342878" cy="8328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31A729C-90E9-4E2C-82C4-F1730A4B89EA}"/>
              </a:ext>
            </a:extLst>
          </p:cNvPr>
          <p:cNvGrpSpPr/>
          <p:nvPr/>
        </p:nvGrpSpPr>
        <p:grpSpPr>
          <a:xfrm>
            <a:off x="3424561" y="2291994"/>
            <a:ext cx="5342878" cy="832877"/>
            <a:chOff x="3424561" y="2236270"/>
            <a:chExt cx="5342878" cy="832877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C88A8B8-FED9-4F4A-A0C1-E7EB1F1C49B9}"/>
                </a:ext>
              </a:extLst>
            </p:cNvPr>
            <p:cNvSpPr/>
            <p:nvPr/>
          </p:nvSpPr>
          <p:spPr>
            <a:xfrm>
              <a:off x="3424561" y="2236270"/>
              <a:ext cx="5342878" cy="8328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DB3642F-4A04-4FC7-9E28-FA9D56DF970B}"/>
                </a:ext>
              </a:extLst>
            </p:cNvPr>
            <p:cNvSpPr txBox="1"/>
            <p:nvPr/>
          </p:nvSpPr>
          <p:spPr>
            <a:xfrm>
              <a:off x="3533313" y="2329542"/>
              <a:ext cx="5234126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Description of the step</a:t>
              </a:r>
              <a:endParaRPr lang="en-US" sz="500" b="1" dirty="0"/>
            </a:p>
            <a:p>
              <a:br>
                <a:rPr lang="en-US" sz="500" b="1" dirty="0"/>
              </a:br>
              <a:r>
                <a:rPr lang="en-US" sz="1000" b="1" dirty="0"/>
                <a:t>				                               </a:t>
              </a:r>
              <a:r>
                <a:rPr lang="en-US" sz="1000" dirty="0"/>
                <a:t> est. time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8518A715-8D7A-4770-8A1D-1B91A4F3D83D}"/>
              </a:ext>
            </a:extLst>
          </p:cNvPr>
          <p:cNvSpPr txBox="1"/>
          <p:nvPr/>
        </p:nvSpPr>
        <p:spPr>
          <a:xfrm>
            <a:off x="3478937" y="5433290"/>
            <a:ext cx="523412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Description of the step</a:t>
            </a:r>
            <a:endParaRPr lang="en-US" sz="500" b="1" dirty="0"/>
          </a:p>
          <a:p>
            <a:br>
              <a:rPr lang="en-US" sz="500" b="1" dirty="0"/>
            </a:br>
            <a:r>
              <a:rPr lang="en-US" sz="1000" b="1" dirty="0"/>
              <a:t>				                               </a:t>
            </a:r>
            <a:r>
              <a:rPr lang="en-US" sz="1000" dirty="0"/>
              <a:t> est. time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856E851-0633-46B1-B12C-C37454D27BA7}"/>
              </a:ext>
            </a:extLst>
          </p:cNvPr>
          <p:cNvGrpSpPr/>
          <p:nvPr/>
        </p:nvGrpSpPr>
        <p:grpSpPr>
          <a:xfrm>
            <a:off x="3424561" y="3804464"/>
            <a:ext cx="5342878" cy="832877"/>
            <a:chOff x="3424561" y="2236270"/>
            <a:chExt cx="5342878" cy="832877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9925F6A-C1F2-44AB-B618-9CBA3B1A3548}"/>
                </a:ext>
              </a:extLst>
            </p:cNvPr>
            <p:cNvSpPr/>
            <p:nvPr/>
          </p:nvSpPr>
          <p:spPr>
            <a:xfrm>
              <a:off x="3424561" y="2236270"/>
              <a:ext cx="5342878" cy="8328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D155D3C-EAD8-44BC-AEE4-376003CCD355}"/>
                </a:ext>
              </a:extLst>
            </p:cNvPr>
            <p:cNvSpPr txBox="1"/>
            <p:nvPr/>
          </p:nvSpPr>
          <p:spPr>
            <a:xfrm>
              <a:off x="3533313" y="2329542"/>
              <a:ext cx="5234126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Description of the step</a:t>
              </a:r>
              <a:endParaRPr lang="en-US" sz="500" b="1" dirty="0"/>
            </a:p>
            <a:p>
              <a:br>
                <a:rPr lang="en-US" sz="500" b="1" dirty="0"/>
              </a:br>
              <a:r>
                <a:rPr lang="en-US" sz="1000" b="1" dirty="0"/>
                <a:t>				                               </a:t>
              </a:r>
              <a:r>
                <a:rPr lang="en-US" sz="1000" dirty="0"/>
                <a:t> est. time</a:t>
              </a:r>
            </a:p>
          </p:txBody>
        </p: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C95C7F3-7DF9-4F17-A959-8EE703FB0D01}"/>
              </a:ext>
            </a:extLst>
          </p:cNvPr>
          <p:cNvCxnSpPr/>
          <p:nvPr/>
        </p:nvCxnSpPr>
        <p:spPr>
          <a:xfrm>
            <a:off x="4546845" y="3429000"/>
            <a:ext cx="297402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3406376-2045-43FD-A20B-3238E0320A3F}"/>
              </a:ext>
            </a:extLst>
          </p:cNvPr>
          <p:cNvCxnSpPr/>
          <p:nvPr/>
        </p:nvCxnSpPr>
        <p:spPr>
          <a:xfrm>
            <a:off x="4546845" y="4992949"/>
            <a:ext cx="297402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C5F8AC0-A9D3-4A7B-A694-6B490A1934AB}"/>
              </a:ext>
            </a:extLst>
          </p:cNvPr>
          <p:cNvSpPr/>
          <p:nvPr/>
        </p:nvSpPr>
        <p:spPr>
          <a:xfrm>
            <a:off x="506026" y="2268909"/>
            <a:ext cx="1908700" cy="8328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Previous step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5B33B7-F0F1-437C-BE79-07D1CC80E9E8}"/>
              </a:ext>
            </a:extLst>
          </p:cNvPr>
          <p:cNvSpPr/>
          <p:nvPr/>
        </p:nvSpPr>
        <p:spPr>
          <a:xfrm>
            <a:off x="506026" y="3804464"/>
            <a:ext cx="1908700" cy="8328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Current step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0B04767-5F57-4229-B6E0-86A97D939969}"/>
              </a:ext>
            </a:extLst>
          </p:cNvPr>
          <p:cNvSpPr/>
          <p:nvPr/>
        </p:nvSpPr>
        <p:spPr>
          <a:xfrm>
            <a:off x="506026" y="5312596"/>
            <a:ext cx="1908700" cy="8328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Next step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95766C4-0564-453C-83C2-CE85FC3CC3C8}"/>
              </a:ext>
            </a:extLst>
          </p:cNvPr>
          <p:cNvSpPr/>
          <p:nvPr/>
        </p:nvSpPr>
        <p:spPr>
          <a:xfrm>
            <a:off x="9855691" y="3807661"/>
            <a:ext cx="1205886" cy="8328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Done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B8BB65F-25FE-4846-8876-C4522D400C66}"/>
              </a:ext>
            </a:extLst>
          </p:cNvPr>
          <p:cNvSpPr/>
          <p:nvPr/>
        </p:nvSpPr>
        <p:spPr>
          <a:xfrm>
            <a:off x="9738634" y="256312"/>
            <a:ext cx="1440000" cy="144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2D2E86D-51B4-42A3-99D3-3D840DEE65C5}"/>
              </a:ext>
            </a:extLst>
          </p:cNvPr>
          <p:cNvCxnSpPr>
            <a:cxnSpLocks/>
          </p:cNvCxnSpPr>
          <p:nvPr/>
        </p:nvCxnSpPr>
        <p:spPr>
          <a:xfrm flipV="1">
            <a:off x="10458634" y="390617"/>
            <a:ext cx="0" cy="5856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BA28F11-BA0A-43C7-BE5D-BAA7BF166F4B}"/>
              </a:ext>
            </a:extLst>
          </p:cNvPr>
          <p:cNvCxnSpPr/>
          <p:nvPr/>
        </p:nvCxnSpPr>
        <p:spPr>
          <a:xfrm>
            <a:off x="10458634" y="976312"/>
            <a:ext cx="327735" cy="1955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CA961D2-B0D7-4AD3-95B2-1BE354AD962E}"/>
              </a:ext>
            </a:extLst>
          </p:cNvPr>
          <p:cNvSpPr/>
          <p:nvPr/>
        </p:nvSpPr>
        <p:spPr>
          <a:xfrm>
            <a:off x="9517516" y="2421656"/>
            <a:ext cx="1882236" cy="6001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Remaining time</a:t>
            </a:r>
            <a:br>
              <a:rPr lang="en-US" dirty="0">
                <a:solidFill>
                  <a:sysClr val="windowText" lastClr="000000"/>
                </a:solidFill>
              </a:rPr>
            </a:br>
            <a:r>
              <a:rPr lang="en-US" dirty="0">
                <a:solidFill>
                  <a:sysClr val="windowText" lastClr="000000"/>
                </a:solidFill>
              </a:rPr>
              <a:t>00 : 04</a:t>
            </a:r>
          </a:p>
        </p:txBody>
      </p:sp>
    </p:spTree>
    <p:extLst>
      <p:ext uri="{BB962C8B-B14F-4D97-AF65-F5344CB8AC3E}">
        <p14:creationId xmlns:p14="http://schemas.microsoft.com/office/powerpoint/2010/main" val="4208606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BBFF78-C921-46FF-86B4-BADE3C6AB070}"/>
              </a:ext>
            </a:extLst>
          </p:cNvPr>
          <p:cNvSpPr/>
          <p:nvPr/>
        </p:nvSpPr>
        <p:spPr>
          <a:xfrm>
            <a:off x="0" y="0"/>
            <a:ext cx="12192000" cy="19526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46CB6F-98A5-40E8-B77C-260D84E2DEFC}"/>
              </a:ext>
            </a:extLst>
          </p:cNvPr>
          <p:cNvSpPr txBox="1"/>
          <p:nvPr/>
        </p:nvSpPr>
        <p:spPr>
          <a:xfrm>
            <a:off x="3721223" y="622369"/>
            <a:ext cx="47495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haroni" panose="02010803020104030203" pitchFamily="2" charset="-79"/>
                <a:cs typeface="Aharoni" panose="02010803020104030203" pitchFamily="2" charset="-79"/>
              </a:rPr>
              <a:t>The Kitchen Project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C725F4-53C0-4F31-9599-D373FFEA5953}"/>
              </a:ext>
            </a:extLst>
          </p:cNvPr>
          <p:cNvSpPr txBox="1"/>
          <p:nvPr/>
        </p:nvSpPr>
        <p:spPr>
          <a:xfrm>
            <a:off x="4773743" y="1330255"/>
            <a:ext cx="2644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Schedule  - View recipes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18017A3-8432-4DA0-ACFE-68462760BB5D}"/>
              </a:ext>
            </a:extLst>
          </p:cNvPr>
          <p:cNvGrpSpPr/>
          <p:nvPr/>
        </p:nvGrpSpPr>
        <p:grpSpPr>
          <a:xfrm>
            <a:off x="3424561" y="2271781"/>
            <a:ext cx="5342878" cy="4192853"/>
            <a:chOff x="3424561" y="2244072"/>
            <a:chExt cx="5342878" cy="419285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A6E0AB9-596A-4C07-9F0C-F1A0BF2F87E2}"/>
                </a:ext>
              </a:extLst>
            </p:cNvPr>
            <p:cNvSpPr/>
            <p:nvPr/>
          </p:nvSpPr>
          <p:spPr>
            <a:xfrm>
              <a:off x="3424561" y="2244072"/>
              <a:ext cx="5342878" cy="8328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2C0982C-92D4-4E16-8239-D0EB2B3DC2E3}"/>
                </a:ext>
              </a:extLst>
            </p:cNvPr>
            <p:cNvSpPr/>
            <p:nvPr/>
          </p:nvSpPr>
          <p:spPr>
            <a:xfrm>
              <a:off x="3424561" y="5604048"/>
              <a:ext cx="5342878" cy="8328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9251613-3EDF-4020-B50A-F0650D97F914}"/>
                </a:ext>
              </a:extLst>
            </p:cNvPr>
            <p:cNvSpPr/>
            <p:nvPr/>
          </p:nvSpPr>
          <p:spPr>
            <a:xfrm>
              <a:off x="3424561" y="4484056"/>
              <a:ext cx="5342878" cy="8328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0DC3BCC-764F-41E2-8525-F74B18F5AE04}"/>
                </a:ext>
              </a:extLst>
            </p:cNvPr>
            <p:cNvSpPr/>
            <p:nvPr/>
          </p:nvSpPr>
          <p:spPr>
            <a:xfrm>
              <a:off x="3424561" y="3364064"/>
              <a:ext cx="5342878" cy="8328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BA111713-C79D-4109-9755-57DA34B08434}"/>
              </a:ext>
            </a:extLst>
          </p:cNvPr>
          <p:cNvSpPr/>
          <p:nvPr/>
        </p:nvSpPr>
        <p:spPr>
          <a:xfrm>
            <a:off x="3491346" y="2328219"/>
            <a:ext cx="7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8A8AAE-5C69-485C-9FAE-31711CC31AA4}"/>
              </a:ext>
            </a:extLst>
          </p:cNvPr>
          <p:cNvSpPr/>
          <p:nvPr/>
        </p:nvSpPr>
        <p:spPr>
          <a:xfrm>
            <a:off x="3491346" y="3448211"/>
            <a:ext cx="7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113FA5E-D86E-48A9-B04B-BE72F21AA2AB}"/>
              </a:ext>
            </a:extLst>
          </p:cNvPr>
          <p:cNvSpPr/>
          <p:nvPr/>
        </p:nvSpPr>
        <p:spPr>
          <a:xfrm>
            <a:off x="3491346" y="5688195"/>
            <a:ext cx="7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64DDAC-9171-4126-AB0A-4C30ED68467F}"/>
              </a:ext>
            </a:extLst>
          </p:cNvPr>
          <p:cNvSpPr/>
          <p:nvPr/>
        </p:nvSpPr>
        <p:spPr>
          <a:xfrm>
            <a:off x="3491346" y="4568203"/>
            <a:ext cx="7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B82AC94-06A5-45BE-A634-BBB1FC229EA1}"/>
              </a:ext>
            </a:extLst>
          </p:cNvPr>
          <p:cNvCxnSpPr>
            <a:cxnSpLocks/>
          </p:cNvCxnSpPr>
          <p:nvPr/>
        </p:nvCxnSpPr>
        <p:spPr>
          <a:xfrm>
            <a:off x="4341091" y="2429164"/>
            <a:ext cx="4129686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DAF0F3A-5344-4C01-97E4-5983502514EF}"/>
              </a:ext>
            </a:extLst>
          </p:cNvPr>
          <p:cNvCxnSpPr>
            <a:cxnSpLocks/>
          </p:cNvCxnSpPr>
          <p:nvPr/>
        </p:nvCxnSpPr>
        <p:spPr>
          <a:xfrm>
            <a:off x="4341091" y="3551383"/>
            <a:ext cx="4129686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2524D3F-A593-4678-B7CA-69AF64054EFF}"/>
              </a:ext>
            </a:extLst>
          </p:cNvPr>
          <p:cNvCxnSpPr>
            <a:cxnSpLocks/>
          </p:cNvCxnSpPr>
          <p:nvPr/>
        </p:nvCxnSpPr>
        <p:spPr>
          <a:xfrm>
            <a:off x="4341091" y="5805054"/>
            <a:ext cx="4129686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CCF1E70-58B9-453F-88C0-B896719F8B77}"/>
              </a:ext>
            </a:extLst>
          </p:cNvPr>
          <p:cNvCxnSpPr>
            <a:cxnSpLocks/>
          </p:cNvCxnSpPr>
          <p:nvPr/>
        </p:nvCxnSpPr>
        <p:spPr>
          <a:xfrm>
            <a:off x="4341091" y="4701310"/>
            <a:ext cx="4129686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03D1A9A-E806-4491-8080-F2659BD1462C}"/>
              </a:ext>
            </a:extLst>
          </p:cNvPr>
          <p:cNvSpPr txBox="1"/>
          <p:nvPr/>
        </p:nvSpPr>
        <p:spPr>
          <a:xfrm>
            <a:off x="9125527" y="2429164"/>
            <a:ext cx="258618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… : </a:t>
            </a:r>
            <a:r>
              <a:rPr lang="en-US" dirty="0"/>
              <a:t>go back // go further</a:t>
            </a:r>
            <a:br>
              <a:rPr lang="en-US" dirty="0"/>
            </a:br>
            <a:r>
              <a:rPr lang="en-US" dirty="0"/>
              <a:t>if no back/further, then button isn’t displayed</a:t>
            </a:r>
            <a:endParaRPr lang="en-US" u="sng" dirty="0"/>
          </a:p>
          <a:p>
            <a:endParaRPr lang="en-US" u="sng" dirty="0"/>
          </a:p>
          <a:p>
            <a:r>
              <a:rPr lang="en-US" u="sng" dirty="0"/>
              <a:t>Title : </a:t>
            </a:r>
            <a:r>
              <a:rPr lang="en-US" dirty="0"/>
              <a:t>black line</a:t>
            </a:r>
          </a:p>
          <a:p>
            <a:br>
              <a:rPr lang="en-US" dirty="0"/>
            </a:br>
            <a:r>
              <a:rPr lang="en-US" u="sng" dirty="0"/>
              <a:t>Small description :</a:t>
            </a:r>
            <a:r>
              <a:rPr lang="en-US" dirty="0"/>
              <a:t> beneath the black line</a:t>
            </a:r>
          </a:p>
          <a:p>
            <a:endParaRPr lang="en-US" dirty="0"/>
          </a:p>
          <a:p>
            <a:r>
              <a:rPr lang="en-US" u="sng" dirty="0"/>
              <a:t>Small square :</a:t>
            </a:r>
            <a:br>
              <a:rPr lang="en-US" dirty="0"/>
            </a:br>
            <a:r>
              <a:rPr lang="en-US" dirty="0"/>
              <a:t>picture of the recipes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91F8A9-0E75-43A3-AB9C-D02C3DB4E076}"/>
              </a:ext>
            </a:extLst>
          </p:cNvPr>
          <p:cNvSpPr/>
          <p:nvPr/>
        </p:nvSpPr>
        <p:spPr>
          <a:xfrm>
            <a:off x="5842986" y="1984666"/>
            <a:ext cx="506027" cy="23310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…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11085B3-0BEA-4DC3-8C42-3B0171D12376}"/>
              </a:ext>
            </a:extLst>
          </p:cNvPr>
          <p:cNvSpPr/>
          <p:nvPr/>
        </p:nvSpPr>
        <p:spPr>
          <a:xfrm>
            <a:off x="5842985" y="6561314"/>
            <a:ext cx="506027" cy="23310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049397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279</Words>
  <Application>Microsoft Office PowerPoint</Application>
  <PresentationFormat>Widescreen</PresentationFormat>
  <Paragraphs>83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Aharoni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Matthew David</dc:creator>
  <cp:lastModifiedBy>Matthew David</cp:lastModifiedBy>
  <cp:revision>11</cp:revision>
  <dcterms:created xsi:type="dcterms:W3CDTF">2021-03-02T15:20:38Z</dcterms:created>
  <dcterms:modified xsi:type="dcterms:W3CDTF">2021-03-10T11:24:55Z</dcterms:modified>
</cp:coreProperties>
</file>