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3" r:id="rId6"/>
    <p:sldId id="264" r:id="rId7"/>
    <p:sldId id="265" r:id="rId8"/>
    <p:sldId id="262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hew David" initials="MD" lastIdx="1" clrIdx="0">
    <p:extLst>
      <p:ext uri="{19B8F6BF-5375-455C-9EA6-DF929625EA0E}">
        <p15:presenceInfo xmlns:p15="http://schemas.microsoft.com/office/powerpoint/2012/main" userId="e640f234b14b1cc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2F528F"/>
    <a:srgbClr val="A5B4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3-21T12:15:42.960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91EF-2E1E-458B-A029-E9D2688DC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A17AB-4FCE-406B-BB44-B842E33E1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AE86C-2E4A-4D9B-8666-F947B608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70178-C585-48F4-A440-21D619A62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A667-3FAD-4E60-9E98-01D6FC06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13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C39CE-973A-4157-B0A0-8A14A265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C327-2D87-4835-9F20-77F28BD2B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2DBAB-E59D-4FD2-82DC-E481743EC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CBA73-D08C-4FAA-A93F-6059AD3E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6BA26-E511-486F-8528-696B8F29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10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FA36-7FC8-42AC-B51C-7BC6C955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CE98BC-8BF8-4C21-8E70-FC99FFD35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B6AA8-3B4F-47CF-A82C-34E6EB033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F5152-3EC0-4180-A81C-217BBC12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1DCB-4532-471F-8136-D95B0370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36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13484-917A-4C55-A162-14C5EC71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476CA-73BA-4769-B0E2-0DA89BC590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BE0AB-FD2D-4C7B-8B75-33D6E6766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479-87F6-46A4-BCF2-AB62107EE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F701-0E55-4A42-A3C4-A54B2F4F0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E0D44-31BE-4DE6-A3C9-4D6531AE5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87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7DCF3-ED04-4506-85F8-407BDD634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6BF0-536C-4C31-BFFC-619746B88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693E5-35F1-4AE3-B618-F964EDB71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E87BE-2997-4F9B-B811-60ACD08C6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67842-84BD-4ACF-883D-9334B3AB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513A52-2847-40BA-B048-689360724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DF471E-09EE-4524-A265-F643CA29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1C22A-A31A-40C1-B537-E80DF26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78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20A6-052F-4966-B9C0-B961453BB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8028C-AFEF-4B13-A7D6-132164737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8B7909-4D0C-495D-B0BB-8950D408F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C867D-8BA7-4630-B710-72EA453B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97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3FF282-8D15-4A8B-970D-195979E56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7BBB54-4A55-48F1-84EB-83BF40CEA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C4DF7-9C5A-41EB-A0F9-E047578F9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39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F83B-E421-4638-90CC-515154CC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6EFD0-5D66-44FE-AD34-08E6E989C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46B290-B928-4C45-B31B-92B0547EB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69992-789E-414D-A101-BFDE5ECD6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29499-5AC1-4167-BB93-7555B206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849C8D-6A02-441A-B033-EAB6E58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4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9A01-C9B2-4669-80A0-1C8FE0C44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8CA88D-355D-492B-BB70-2AA6F795B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8FF6-81B1-4FB4-8A6F-A69A9C422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89179-BCBC-48B0-B25E-FC1A0A018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A570F-303F-4640-8AF5-93B920D6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682B8-640A-419E-942F-98548CA3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75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AF7E2-A7C5-455F-ADA7-81579A1F3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20CE17-678A-4657-8351-2E0C51425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86E8E-00A6-4207-8D0A-CC67BE400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60C3-402C-4B5F-AC20-EA6DACAD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A18C-82CC-46B5-B948-4FD2FE606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31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CF36A-C6AE-4851-8FD3-0CA4775AA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F157-18A3-4B05-843E-C7DEA06E9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9713C-787C-4D2E-B06E-418B0AA9A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441-15B4-4D2A-B7B9-CAA62342C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481A0-9291-4C70-9565-18FEC00F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433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9AD93-6F4D-4815-8113-78234E62E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50B2E-BCF0-4F09-93E6-D95A874E0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35A0E-77DA-4D2B-A46C-7CD42F829E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DE98C-05B8-4A3D-BF51-B81F0E002F61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9A76-B7CE-4B06-B35F-6C7B4986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40107-55E5-4876-B43B-50C7D88469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5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3105834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Create a schedule (complete meal)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E515D-35E8-4EE2-AB18-0E1E6DCE76A3}"/>
              </a:ext>
            </a:extLst>
          </p:cNvPr>
          <p:cNvSpPr txBox="1"/>
          <p:nvPr/>
        </p:nvSpPr>
        <p:spPr>
          <a:xfrm>
            <a:off x="1350885" y="4582210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F0B5B3-66F1-4479-B3A2-22ECEA4AAD25}"/>
              </a:ext>
            </a:extLst>
          </p:cNvPr>
          <p:cNvSpPr txBox="1"/>
          <p:nvPr/>
        </p:nvSpPr>
        <p:spPr>
          <a:xfrm>
            <a:off x="8470777" y="4259045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Explore</a:t>
            </a:r>
          </a:p>
          <a:p>
            <a:pPr algn="ctr"/>
            <a:r>
              <a:rPr lang="en-US" b="1" dirty="0"/>
              <a:t>New Ideas </a:t>
            </a:r>
          </a:p>
        </p:txBody>
      </p:sp>
    </p:spTree>
    <p:extLst>
      <p:ext uri="{BB962C8B-B14F-4D97-AF65-F5344CB8AC3E}">
        <p14:creationId xmlns:p14="http://schemas.microsoft.com/office/powerpoint/2010/main" val="420008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5F2824-6F00-4349-BF4D-9D4B34C7CE4B}"/>
              </a:ext>
            </a:extLst>
          </p:cNvPr>
          <p:cNvSpPr/>
          <p:nvPr/>
        </p:nvSpPr>
        <p:spPr>
          <a:xfrm>
            <a:off x="9821663" y="0"/>
            <a:ext cx="2370338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F5B52-A50B-4DEC-8025-4637A9D43577}"/>
              </a:ext>
            </a:extLst>
          </p:cNvPr>
          <p:cNvSpPr txBox="1"/>
          <p:nvPr/>
        </p:nvSpPr>
        <p:spPr>
          <a:xfrm>
            <a:off x="9821662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Profile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10B9D7-C7C2-4F1D-9A6C-64498D7BC5D3}"/>
              </a:ext>
            </a:extLst>
          </p:cNvPr>
          <p:cNvSpPr/>
          <p:nvPr/>
        </p:nvSpPr>
        <p:spPr>
          <a:xfrm>
            <a:off x="9925235" y="1296720"/>
            <a:ext cx="479394" cy="436401"/>
          </a:xfrm>
          <a:prstGeom prst="ellipse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66EFB3-CADF-4B53-8261-41B6AD29C594}"/>
              </a:ext>
            </a:extLst>
          </p:cNvPr>
          <p:cNvSpPr txBox="1"/>
          <p:nvPr/>
        </p:nvSpPr>
        <p:spPr>
          <a:xfrm>
            <a:off x="9821662" y="2129291"/>
            <a:ext cx="2370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Favorites Recipes</a:t>
            </a:r>
          </a:p>
          <a:p>
            <a:pPr algn="ctr"/>
            <a:endParaRPr lang="en-US" b="1" dirty="0"/>
          </a:p>
          <a:p>
            <a:r>
              <a:rPr lang="en-US" b="1" dirty="0"/>
              <a:t>My planned schedule 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My kitchen </a:t>
            </a:r>
          </a:p>
          <a:p>
            <a:endParaRPr lang="en-US" b="1" dirty="0"/>
          </a:p>
          <a:p>
            <a:r>
              <a:rPr lang="en-US" b="1" dirty="0"/>
              <a:t>My options</a:t>
            </a:r>
          </a:p>
        </p:txBody>
      </p:sp>
    </p:spTree>
    <p:extLst>
      <p:ext uri="{BB962C8B-B14F-4D97-AF65-F5344CB8AC3E}">
        <p14:creationId xmlns:p14="http://schemas.microsoft.com/office/powerpoint/2010/main" val="119792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52E68A-EFDE-446C-A4CC-A215ED77819F}"/>
              </a:ext>
            </a:extLst>
          </p:cNvPr>
          <p:cNvSpPr/>
          <p:nvPr/>
        </p:nvSpPr>
        <p:spPr>
          <a:xfrm>
            <a:off x="4436615" y="2978434"/>
            <a:ext cx="3318769" cy="31160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0E9A06-95D9-4F5D-87D6-56B1A1068972}"/>
              </a:ext>
            </a:extLst>
          </p:cNvPr>
          <p:cNvSpPr/>
          <p:nvPr/>
        </p:nvSpPr>
        <p:spPr>
          <a:xfrm>
            <a:off x="8823664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1464DD-C4A8-4A81-9DF6-CF2A534FD16C}"/>
              </a:ext>
            </a:extLst>
          </p:cNvPr>
          <p:cNvSpPr/>
          <p:nvPr/>
        </p:nvSpPr>
        <p:spPr>
          <a:xfrm>
            <a:off x="429087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035064-9626-45FA-B9B6-77E98DA794A7}"/>
              </a:ext>
            </a:extLst>
          </p:cNvPr>
          <p:cNvCxnSpPr/>
          <p:nvPr/>
        </p:nvCxnSpPr>
        <p:spPr>
          <a:xfrm>
            <a:off x="4119239" y="2618912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37E99-A5D1-4AA0-9F1C-DA8901DCF4C4}"/>
              </a:ext>
            </a:extLst>
          </p:cNvPr>
          <p:cNvCxnSpPr/>
          <p:nvPr/>
        </p:nvCxnSpPr>
        <p:spPr>
          <a:xfrm>
            <a:off x="4213933" y="6393401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85F9A70-C246-47F2-B264-81A6FC3F0148}"/>
              </a:ext>
            </a:extLst>
          </p:cNvPr>
          <p:cNvSpPr/>
          <p:nvPr/>
        </p:nvSpPr>
        <p:spPr>
          <a:xfrm>
            <a:off x="4315287" y="2159901"/>
            <a:ext cx="242656" cy="251735"/>
          </a:xfrm>
          <a:prstGeom prst="ellipse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0FDEC16-0B2E-4D0A-BAFB-3293152B4A22}"/>
              </a:ext>
            </a:extLst>
          </p:cNvPr>
          <p:cNvCxnSpPr>
            <a:stCxn id="13" idx="5"/>
          </p:cNvCxnSpPr>
          <p:nvPr/>
        </p:nvCxnSpPr>
        <p:spPr>
          <a:xfrm>
            <a:off x="4522407" y="2374770"/>
            <a:ext cx="147247" cy="77533"/>
          </a:xfrm>
          <a:prstGeom prst="line">
            <a:avLst/>
          </a:prstGeom>
          <a:ln w="5715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591D7F9-1411-48AC-8F99-771181B0461F}"/>
              </a:ext>
            </a:extLst>
          </p:cNvPr>
          <p:cNvSpPr/>
          <p:nvPr/>
        </p:nvSpPr>
        <p:spPr>
          <a:xfrm>
            <a:off x="4776186" y="2119234"/>
            <a:ext cx="2857873" cy="378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Type something</a:t>
            </a:r>
          </a:p>
        </p:txBody>
      </p:sp>
    </p:spTree>
    <p:extLst>
      <p:ext uri="{BB962C8B-B14F-4D97-AF65-F5344CB8AC3E}">
        <p14:creationId xmlns:p14="http://schemas.microsoft.com/office/powerpoint/2010/main" val="998592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11D72-B185-4504-ABC4-CB6A3171196C}"/>
              </a:ext>
            </a:extLst>
          </p:cNvPr>
          <p:cNvSpPr/>
          <p:nvPr/>
        </p:nvSpPr>
        <p:spPr>
          <a:xfrm>
            <a:off x="0" y="1952624"/>
            <a:ext cx="12192000" cy="490537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CANVAS (only for schedule -- &gt; packing it on the Canvas)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43466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List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596246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447625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B6A6C3-0774-41C4-B87C-B65C09B08FE7}"/>
              </a:ext>
            </a:extLst>
          </p:cNvPr>
          <p:cNvSpPr/>
          <p:nvPr/>
        </p:nvSpPr>
        <p:spPr>
          <a:xfrm>
            <a:off x="3424561" y="335626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72006E-B9D2-457D-9164-CE6CA7CBFD99}"/>
              </a:ext>
            </a:extLst>
          </p:cNvPr>
          <p:cNvGrpSpPr/>
          <p:nvPr/>
        </p:nvGrpSpPr>
        <p:grpSpPr>
          <a:xfrm>
            <a:off x="3424561" y="2244072"/>
            <a:ext cx="5342878" cy="832877"/>
            <a:chOff x="3424561" y="2236270"/>
            <a:chExt cx="5342878" cy="8328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8997FB-A698-4C5C-B61F-87C32CE8C0E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9B46A8-F6FD-4405-93FB-4952CED4147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3356262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0D78DC-0E62-4C89-AB06-707FCCD8FCB4}"/>
              </a:ext>
            </a:extLst>
          </p:cNvPr>
          <p:cNvGrpSpPr/>
          <p:nvPr/>
        </p:nvGrpSpPr>
        <p:grpSpPr>
          <a:xfrm>
            <a:off x="3424561" y="5596245"/>
            <a:ext cx="5342878" cy="832877"/>
            <a:chOff x="3424561" y="2236270"/>
            <a:chExt cx="5342878" cy="83287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B416FD8-6457-4118-A132-066DB4DA285E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518A715-8D7A-4770-8A1D-1B91A4F3D83D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447625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80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Step by step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E5A8192-3E6E-46C4-ADBC-3E96A6C5FD44}"/>
              </a:ext>
            </a:extLst>
          </p:cNvPr>
          <p:cNvSpPr/>
          <p:nvPr/>
        </p:nvSpPr>
        <p:spPr>
          <a:xfrm>
            <a:off x="9855691" y="2291994"/>
            <a:ext cx="1205886" cy="832877"/>
          </a:xfrm>
          <a:prstGeom prst="rect">
            <a:avLst/>
          </a:prstGeom>
          <a:solidFill>
            <a:srgbClr val="FF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2D74D2B-30E8-4E4B-B515-25FF805C9F9A}"/>
              </a:ext>
            </a:extLst>
          </p:cNvPr>
          <p:cNvSpPr/>
          <p:nvPr/>
        </p:nvSpPr>
        <p:spPr>
          <a:xfrm>
            <a:off x="9855691" y="5312595"/>
            <a:ext cx="1205886" cy="83287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351511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Real - 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B8BB65F-25FE-4846-8876-C4522D400C66}"/>
              </a:ext>
            </a:extLst>
          </p:cNvPr>
          <p:cNvSpPr/>
          <p:nvPr/>
        </p:nvSpPr>
        <p:spPr>
          <a:xfrm>
            <a:off x="9738634" y="256312"/>
            <a:ext cx="1440000" cy="1440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D2E86D-51B4-42A3-99D3-3D840DEE65C5}"/>
              </a:ext>
            </a:extLst>
          </p:cNvPr>
          <p:cNvCxnSpPr>
            <a:cxnSpLocks/>
          </p:cNvCxnSpPr>
          <p:nvPr/>
        </p:nvCxnSpPr>
        <p:spPr>
          <a:xfrm flipV="1">
            <a:off x="10458634" y="390617"/>
            <a:ext cx="0" cy="5856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A28F11-BA0A-43C7-BE5D-BAA7BF166F4B}"/>
              </a:ext>
            </a:extLst>
          </p:cNvPr>
          <p:cNvCxnSpPr/>
          <p:nvPr/>
        </p:nvCxnSpPr>
        <p:spPr>
          <a:xfrm>
            <a:off x="10458634" y="976312"/>
            <a:ext cx="327735" cy="1955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CA961D2-B0D7-4AD3-95B2-1BE354AD962E}"/>
              </a:ext>
            </a:extLst>
          </p:cNvPr>
          <p:cNvSpPr/>
          <p:nvPr/>
        </p:nvSpPr>
        <p:spPr>
          <a:xfrm>
            <a:off x="9517516" y="2421656"/>
            <a:ext cx="1882236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Remaining time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00 : 04</a:t>
            </a:r>
          </a:p>
        </p:txBody>
      </p:sp>
    </p:spTree>
    <p:extLst>
      <p:ext uri="{BB962C8B-B14F-4D97-AF65-F5344CB8AC3E}">
        <p14:creationId xmlns:p14="http://schemas.microsoft.com/office/powerpoint/2010/main" val="4208606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3" y="1330255"/>
            <a:ext cx="26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View recipes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18017A3-8432-4DA0-ACFE-68462760BB5D}"/>
              </a:ext>
            </a:extLst>
          </p:cNvPr>
          <p:cNvGrpSpPr/>
          <p:nvPr/>
        </p:nvGrpSpPr>
        <p:grpSpPr>
          <a:xfrm>
            <a:off x="3424561" y="2271781"/>
            <a:ext cx="5342878" cy="4192853"/>
            <a:chOff x="3424561" y="2244072"/>
            <a:chExt cx="5342878" cy="41928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A6E0AB9-596A-4C07-9F0C-F1A0BF2F87E2}"/>
                </a:ext>
              </a:extLst>
            </p:cNvPr>
            <p:cNvSpPr/>
            <p:nvPr/>
          </p:nvSpPr>
          <p:spPr>
            <a:xfrm>
              <a:off x="3424561" y="2244072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2C0982C-92D4-4E16-8239-D0EB2B3DC2E3}"/>
                </a:ext>
              </a:extLst>
            </p:cNvPr>
            <p:cNvSpPr/>
            <p:nvPr/>
          </p:nvSpPr>
          <p:spPr>
            <a:xfrm>
              <a:off x="3424561" y="5604048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9251613-3EDF-4020-B50A-F0650D97F914}"/>
                </a:ext>
              </a:extLst>
            </p:cNvPr>
            <p:cNvSpPr/>
            <p:nvPr/>
          </p:nvSpPr>
          <p:spPr>
            <a:xfrm>
              <a:off x="3424561" y="4484056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3BCC-764F-41E2-8525-F74B18F5AE04}"/>
                </a:ext>
              </a:extLst>
            </p:cNvPr>
            <p:cNvSpPr/>
            <p:nvPr/>
          </p:nvSpPr>
          <p:spPr>
            <a:xfrm>
              <a:off x="3424561" y="3364064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3491346" y="2328219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3491346" y="3448211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3491346" y="5688195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3491346" y="4568203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4341091" y="242916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4341091" y="3551383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4341091" y="580505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4341091" y="470131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9125527" y="2429164"/>
            <a:ext cx="25861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… : </a:t>
            </a:r>
            <a:r>
              <a:rPr lang="en-US" dirty="0"/>
              <a:t>go back // go further</a:t>
            </a:r>
            <a:br>
              <a:rPr lang="en-US" dirty="0"/>
            </a:br>
            <a:r>
              <a:rPr lang="en-US" dirty="0"/>
              <a:t>if no back/further, then button isn’t displayed</a:t>
            </a:r>
            <a:endParaRPr lang="en-US" u="sng" dirty="0"/>
          </a:p>
          <a:p>
            <a:endParaRPr lang="en-US" u="sng" dirty="0"/>
          </a:p>
          <a:p>
            <a:r>
              <a:rPr lang="en-US" u="sng" dirty="0"/>
              <a:t>Title : </a:t>
            </a:r>
            <a:r>
              <a:rPr lang="en-US" dirty="0"/>
              <a:t>black line</a:t>
            </a:r>
          </a:p>
          <a:p>
            <a:br>
              <a:rPr lang="en-US" dirty="0"/>
            </a:br>
            <a:r>
              <a:rPr lang="en-US" u="sng" dirty="0"/>
              <a:t>Small description :</a:t>
            </a:r>
            <a:r>
              <a:rPr lang="en-US" dirty="0"/>
              <a:t> beneath the black line</a:t>
            </a:r>
          </a:p>
          <a:p>
            <a:endParaRPr lang="en-US" dirty="0"/>
          </a:p>
          <a:p>
            <a:r>
              <a:rPr lang="en-US" u="sng" dirty="0"/>
              <a:t>Small square :</a:t>
            </a:r>
            <a:br>
              <a:rPr lang="en-US" dirty="0"/>
            </a:br>
            <a:r>
              <a:rPr lang="en-US" dirty="0"/>
              <a:t>picture of the recipes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5842986" y="1984666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5842985" y="6561314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9397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2" y="1330255"/>
            <a:ext cx="3091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Edit (list </a:t>
            </a:r>
            <a:r>
              <a:rPr lang="en-US" b="1"/>
              <a:t>or steps)</a:t>
            </a:r>
            <a:endParaRPr lang="en-US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4520729" y="2048243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22448" y="110953"/>
            <a:ext cx="201689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u="sng" dirty="0"/>
              <a:t>… : </a:t>
            </a:r>
            <a:r>
              <a:rPr lang="en-US" sz="1200" dirty="0"/>
              <a:t>go back // go further</a:t>
            </a:r>
            <a:br>
              <a:rPr lang="en-US" sz="1200" dirty="0"/>
            </a:br>
            <a:r>
              <a:rPr lang="en-US" sz="1200" dirty="0"/>
              <a:t>if no back/further, then button isn’t displayed</a:t>
            </a:r>
            <a:endParaRPr lang="en-US" sz="1200" u="sng" dirty="0"/>
          </a:p>
          <a:p>
            <a:endParaRPr lang="en-US" sz="1200" u="sng" dirty="0"/>
          </a:p>
          <a:p>
            <a:r>
              <a:rPr lang="en-US" sz="1200" u="sng" dirty="0"/>
              <a:t>Title : </a:t>
            </a:r>
            <a:r>
              <a:rPr lang="en-US" sz="1200" dirty="0"/>
              <a:t>black line</a:t>
            </a:r>
          </a:p>
          <a:p>
            <a:br>
              <a:rPr lang="en-US" sz="1200" dirty="0"/>
            </a:br>
            <a:r>
              <a:rPr lang="en-US" sz="1200" u="sng" dirty="0"/>
              <a:t>Small description :</a:t>
            </a:r>
            <a:r>
              <a:rPr lang="en-US" sz="1200" dirty="0"/>
              <a:t> beneath the black line</a:t>
            </a:r>
          </a:p>
          <a:p>
            <a:endParaRPr lang="en-US" sz="1200" dirty="0"/>
          </a:p>
          <a:p>
            <a:r>
              <a:rPr lang="en-US" sz="1200" u="sng" dirty="0"/>
              <a:t>Small square :</a:t>
            </a:r>
            <a:br>
              <a:rPr lang="en-US" sz="1200" dirty="0"/>
            </a:br>
            <a:r>
              <a:rPr lang="en-US" sz="1200" dirty="0"/>
              <a:t>picture of the recipes</a:t>
            </a:r>
          </a:p>
          <a:p>
            <a:endParaRPr lang="en-US" sz="1200" dirty="0"/>
          </a:p>
          <a:p>
            <a:r>
              <a:rPr lang="en-US" sz="1200" dirty="0"/>
              <a:t>Switch buttons:</a:t>
            </a:r>
          </a:p>
          <a:p>
            <a:r>
              <a:rPr lang="en-US" sz="1200" dirty="0" err="1"/>
              <a:t>Clic</a:t>
            </a:r>
            <a:r>
              <a:rPr lang="en-US" sz="1200" dirty="0"/>
              <a:t> on one of them (change in green)</a:t>
            </a:r>
            <a:br>
              <a:rPr lang="en-US" sz="1200" dirty="0"/>
            </a:br>
            <a:r>
              <a:rPr lang="en-US" sz="1200" dirty="0" err="1"/>
              <a:t>Clic</a:t>
            </a:r>
            <a:r>
              <a:rPr lang="en-US" sz="1200" dirty="0"/>
              <a:t> on the second (turn back red but the two that were cliqued on are now switched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E0AB9-596A-4C07-9F0C-F1A0BF2F87E2}"/>
              </a:ext>
            </a:extLst>
          </p:cNvPr>
          <p:cNvSpPr/>
          <p:nvPr/>
        </p:nvSpPr>
        <p:spPr>
          <a:xfrm>
            <a:off x="2102304" y="2335358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C0982C-92D4-4E16-8239-D0EB2B3DC2E3}"/>
              </a:ext>
            </a:extLst>
          </p:cNvPr>
          <p:cNvSpPr/>
          <p:nvPr/>
        </p:nvSpPr>
        <p:spPr>
          <a:xfrm>
            <a:off x="2102304" y="56953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251613-3EDF-4020-B50A-F0650D97F914}"/>
              </a:ext>
            </a:extLst>
          </p:cNvPr>
          <p:cNvSpPr/>
          <p:nvPr/>
        </p:nvSpPr>
        <p:spPr>
          <a:xfrm>
            <a:off x="2102304" y="457534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DC3BCC-764F-41E2-8525-F74B18F5AE04}"/>
              </a:ext>
            </a:extLst>
          </p:cNvPr>
          <p:cNvSpPr/>
          <p:nvPr/>
        </p:nvSpPr>
        <p:spPr>
          <a:xfrm>
            <a:off x="2102304" y="3455350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2169089" y="2391796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2169089" y="3511788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2169089" y="5751772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2169089" y="4631780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3018834" y="2492741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3018834" y="361496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3018834" y="5868631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3018834" y="4764887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4520728" y="6624891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1DBABE-848C-4B40-8AE0-EA54EC807E78}"/>
              </a:ext>
            </a:extLst>
          </p:cNvPr>
          <p:cNvSpPr/>
          <p:nvPr/>
        </p:nvSpPr>
        <p:spPr>
          <a:xfrm>
            <a:off x="7643674" y="2335358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6FF283A-413F-4F5A-8273-1F63E93BF6E5}"/>
              </a:ext>
            </a:extLst>
          </p:cNvPr>
          <p:cNvSpPr/>
          <p:nvPr/>
        </p:nvSpPr>
        <p:spPr>
          <a:xfrm>
            <a:off x="7643674" y="3451084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CE4F8EC-B2AF-4B8E-B1BD-A46C0D9BA689}"/>
              </a:ext>
            </a:extLst>
          </p:cNvPr>
          <p:cNvSpPr/>
          <p:nvPr/>
        </p:nvSpPr>
        <p:spPr>
          <a:xfrm>
            <a:off x="7643674" y="4576619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F06BA04-42F5-4D70-83F7-358D48A3C10C}"/>
              </a:ext>
            </a:extLst>
          </p:cNvPr>
          <p:cNvSpPr/>
          <p:nvPr/>
        </p:nvSpPr>
        <p:spPr>
          <a:xfrm>
            <a:off x="7643674" y="5702154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B5AFDFB-C277-42D7-BF53-182D06ED9CFE}"/>
              </a:ext>
            </a:extLst>
          </p:cNvPr>
          <p:cNvSpPr/>
          <p:nvPr/>
        </p:nvSpPr>
        <p:spPr>
          <a:xfrm>
            <a:off x="9578373" y="2333976"/>
            <a:ext cx="1260000" cy="831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3C9C4-1382-4B40-AE47-A07E4034D12B}"/>
              </a:ext>
            </a:extLst>
          </p:cNvPr>
          <p:cNvSpPr txBox="1"/>
          <p:nvPr/>
        </p:nvSpPr>
        <p:spPr>
          <a:xfrm>
            <a:off x="7563773" y="1912020"/>
            <a:ext cx="4030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Before(normal)___After(sunken)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DA27359-A542-4FEC-B477-ED16D41C6809}"/>
              </a:ext>
            </a:extLst>
          </p:cNvPr>
          <p:cNvSpPr/>
          <p:nvPr/>
        </p:nvSpPr>
        <p:spPr>
          <a:xfrm>
            <a:off x="9578373" y="3448301"/>
            <a:ext cx="1260000" cy="831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651193-D991-4BAA-81EB-12E05C753A67}"/>
              </a:ext>
            </a:extLst>
          </p:cNvPr>
          <p:cNvSpPr/>
          <p:nvPr/>
        </p:nvSpPr>
        <p:spPr>
          <a:xfrm>
            <a:off x="9578373" y="4576619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435562D-3D38-4098-8A87-C4DA2D45208B}"/>
              </a:ext>
            </a:extLst>
          </p:cNvPr>
          <p:cNvSpPr/>
          <p:nvPr/>
        </p:nvSpPr>
        <p:spPr>
          <a:xfrm>
            <a:off x="9578373" y="5703018"/>
            <a:ext cx="1260000" cy="831600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C9B6D0-9904-449D-8C9C-D767DAC370E2}"/>
              </a:ext>
            </a:extLst>
          </p:cNvPr>
          <p:cNvSpPr/>
          <p:nvPr/>
        </p:nvSpPr>
        <p:spPr>
          <a:xfrm>
            <a:off x="9578373" y="177553"/>
            <a:ext cx="2193417" cy="16388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def function</a:t>
            </a:r>
          </a:p>
        </p:txBody>
      </p:sp>
    </p:spTree>
    <p:extLst>
      <p:ext uri="{BB962C8B-B14F-4D97-AF65-F5344CB8AC3E}">
        <p14:creationId xmlns:p14="http://schemas.microsoft.com/office/powerpoint/2010/main" val="3356060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380</Words>
  <Application>Microsoft Office PowerPoint</Application>
  <PresentationFormat>Widescreen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15</cp:revision>
  <dcterms:created xsi:type="dcterms:W3CDTF">2021-03-02T15:20:38Z</dcterms:created>
  <dcterms:modified xsi:type="dcterms:W3CDTF">2021-05-23T13:27:42Z</dcterms:modified>
</cp:coreProperties>
</file>