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A500"/>
    <a:srgbClr val="FF9933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86" d="100"/>
          <a:sy n="86" d="100"/>
        </p:scale>
        <p:origin x="562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785972-9179-4C3F-A02C-FFB0BD53305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30CFBA2-D60E-4135-AB73-421073F57E0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C14CF37-1F1F-457A-9481-EB0785053D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00C4DA-C7B8-4A22-9C82-0DEE3AFE6205}" type="datetimeFigureOut">
              <a:rPr lang="en-US" smtClean="0"/>
              <a:t>5/23/2021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5B0FCB6-472D-4E05-8447-312921A253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6F923A-CADD-45B8-91B6-A010E8BD78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E4D9F1-A54F-4BE7-B7B8-BF85E91827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720903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571161-BEA9-4497-A016-0A8411DB1D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E9D493-3525-465D-B25A-62E2208E015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32ED0C3-BDD9-4A1A-BD17-C66BAECC97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00C4DA-C7B8-4A22-9C82-0DEE3AFE6205}" type="datetimeFigureOut">
              <a:rPr lang="en-US" smtClean="0"/>
              <a:t>5/23/2021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3B53F15-1123-4E32-984D-AB3F924DAE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CCD375A-AE03-49D6-8FF6-E9BF54F69B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E4D9F1-A54F-4BE7-B7B8-BF85E91827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42592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9B32F1-3786-4835-A768-485577ECF8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5A6B219-D7C0-4FEA-B069-30E47654680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41AE9C6-CE92-4D27-8BF1-3BDCFDCD5B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00C4DA-C7B8-4A22-9C82-0DEE3AFE6205}" type="datetimeFigureOut">
              <a:rPr lang="en-US" smtClean="0"/>
              <a:t>5/23/2021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4FCAC99-0042-48D7-B9E0-65ED7F5B79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F7E423-6EE9-43F6-97A0-2F2A73DCE8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E4D9F1-A54F-4BE7-B7B8-BF85E91827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92825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BEB6EC-136B-4555-B57E-7CF4B9EC36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D4A416-2EB6-403B-856F-F6AE01B30F2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09F1ADD-7F0C-428E-9212-CE6A3FADF02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BC169DD-DC7E-4C13-BD56-7AF9523432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00C4DA-C7B8-4A22-9C82-0DEE3AFE6205}" type="datetimeFigureOut">
              <a:rPr lang="en-US" smtClean="0"/>
              <a:t>5/23/2021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054E648-CCA4-4689-879C-A102558956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3AB1B2D-F234-4D2A-93D3-CB028144E6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E4D9F1-A54F-4BE7-B7B8-BF85E91827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945498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AB0B28-0210-478A-80C8-2B53AD7468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48E0D2D-AC55-4F15-B2D3-8AD05679FBD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CF138C3-853E-4AEE-ABFC-1E30648CFCD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EF98990-68BA-4958-9CC0-5E4A9BF8E9B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A8B93A7-5120-4B96-8F2B-AA1B4C72607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51FA9BA-D57D-4CA3-82EA-D6949333EE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00C4DA-C7B8-4A22-9C82-0DEE3AFE6205}" type="datetimeFigureOut">
              <a:rPr lang="en-US" smtClean="0"/>
              <a:t>5/23/2021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5F4D156-10E2-4452-ABF6-8A69186923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A603728-6804-4A6F-9311-B0AC5F4711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E4D9F1-A54F-4BE7-B7B8-BF85E91827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94449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98E230-6821-43E5-B4BC-B7EE46398E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DDAFA20-AA22-480B-A8D4-415A941D27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00C4DA-C7B8-4A22-9C82-0DEE3AFE6205}" type="datetimeFigureOut">
              <a:rPr lang="en-US" smtClean="0"/>
              <a:t>5/23/2021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AA506C4-FA4F-4B24-A824-782D11427B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0E3BE77-5A95-4518-B0CD-2FBD5B8C8B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E4D9F1-A54F-4BE7-B7B8-BF85E91827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316188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837AC7A-B6F7-4CBE-B845-A2AE5DCE80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00C4DA-C7B8-4A22-9C82-0DEE3AFE6205}" type="datetimeFigureOut">
              <a:rPr lang="en-US" smtClean="0"/>
              <a:t>5/23/2021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C32DDA5-5A7A-45FD-9114-C189A6E624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6C1BBDA-2108-4A32-A6B6-305AD4886A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E4D9F1-A54F-4BE7-B7B8-BF85E91827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05910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6911B5-C00D-4561-9307-B7C8411BC3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C7FA79-13F1-4B35-A015-AA67BBA4EF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BEC45DA-B1E4-4125-B6FD-437C90451C5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82F83A1-D473-4DA4-89DC-6649528BF0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00C4DA-C7B8-4A22-9C82-0DEE3AFE6205}" type="datetimeFigureOut">
              <a:rPr lang="en-US" smtClean="0"/>
              <a:t>5/23/2021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26678CC-D6A2-43D9-947A-28BEA8ACC6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F7813AB-B9B5-4384-87AE-2CBB17ABD1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E4D9F1-A54F-4BE7-B7B8-BF85E91827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25302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7D44A7-001A-4A75-B0F7-29EEA90BFF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FD5126D-EDED-4AA3-A2B2-FC521A99982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F8CED11-F53D-43BC-83E1-CDE2CB001A2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6782764-0AE1-4B8E-B5CD-D5AF3977CF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00C4DA-C7B8-4A22-9C82-0DEE3AFE6205}" type="datetimeFigureOut">
              <a:rPr lang="en-US" smtClean="0"/>
              <a:t>5/23/2021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35513BF-E7F1-4CE0-ABBD-2FD54A9EBA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DC7B903-6D40-4BE6-9467-C675A3E5EC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E4D9F1-A54F-4BE7-B7B8-BF85E91827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358451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6266AD-C4F9-495D-B131-5D35B322A8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364412B-4700-432B-B491-93032EF1C6B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CECF1EE-320B-494E-AAEA-81BAE26058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00C4DA-C7B8-4A22-9C82-0DEE3AFE6205}" type="datetimeFigureOut">
              <a:rPr lang="en-US" smtClean="0"/>
              <a:t>5/23/2021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E477515-3DCA-4F6F-A987-D5E57CBF15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B3D6F8-E04F-40D7-804C-5ACD2E1E10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E4D9F1-A54F-4BE7-B7B8-BF85E91827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133081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729F022-AD9D-4EE9-AF90-8C1BDAA6978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ED86884-1906-4E8A-B1BE-7A10521F6EC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4B0B879-D99B-436E-9892-261061F839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00C4DA-C7B8-4A22-9C82-0DEE3AFE6205}" type="datetimeFigureOut">
              <a:rPr lang="en-US" smtClean="0"/>
              <a:t>5/23/2021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5172F33-DB5D-4710-8807-C9BA7AA35F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0E3DDE8-862E-4502-A2E0-62CF9A03D1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E4D9F1-A54F-4BE7-B7B8-BF85E91827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27882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7548531-70DD-44D5-A217-D0A44C8336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AA72F3D-E91E-4D20-88B6-7E02937932A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09AE02D-00EE-41FD-B6F1-9FB0B007CE8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D00C4DA-C7B8-4A22-9C82-0DEE3AFE6205}" type="datetimeFigureOut">
              <a:rPr lang="en-US" smtClean="0"/>
              <a:t>5/23/2021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F995A3B-6C7A-4140-BAA4-045FD78DEA2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25DE5E0-83EF-4596-8082-46052F35DA2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2E4D9F1-A54F-4BE7-B7B8-BF85E91827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980098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75BD3755-69D2-4B07-B00A-B2D169D5E374}"/>
              </a:ext>
            </a:extLst>
          </p:cNvPr>
          <p:cNvSpPr/>
          <p:nvPr/>
        </p:nvSpPr>
        <p:spPr>
          <a:xfrm>
            <a:off x="2902998" y="1269507"/>
            <a:ext cx="3600000" cy="3600000"/>
          </a:xfrm>
          <a:prstGeom prst="rect">
            <a:avLst/>
          </a:prstGeom>
          <a:solidFill>
            <a:srgbClr val="FFA50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239C21E-B8E3-4F72-BAF7-C17B1FBC3E0B}"/>
              </a:ext>
            </a:extLst>
          </p:cNvPr>
          <p:cNvSpPr/>
          <p:nvPr/>
        </p:nvSpPr>
        <p:spPr>
          <a:xfrm rot="19020938">
            <a:off x="2815227" y="2297821"/>
            <a:ext cx="2264933" cy="23577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13104D4-B8CC-41F1-9D52-826D75AD8289}"/>
              </a:ext>
            </a:extLst>
          </p:cNvPr>
          <p:cNvSpPr/>
          <p:nvPr/>
        </p:nvSpPr>
        <p:spPr>
          <a:xfrm rot="2580166">
            <a:off x="4323274" y="2297862"/>
            <a:ext cx="2264933" cy="23368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B41937F-6F47-4FA9-96A9-1B32B265F651}"/>
              </a:ext>
            </a:extLst>
          </p:cNvPr>
          <p:cNvSpPr/>
          <p:nvPr/>
        </p:nvSpPr>
        <p:spPr>
          <a:xfrm rot="5400000">
            <a:off x="4360209" y="3630145"/>
            <a:ext cx="1360719" cy="23073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AFC9D74-7ACF-4CC2-98D4-204E26A4145B}"/>
              </a:ext>
            </a:extLst>
          </p:cNvPr>
          <p:cNvSpPr/>
          <p:nvPr/>
        </p:nvSpPr>
        <p:spPr>
          <a:xfrm rot="5400000">
            <a:off x="3686371" y="3632322"/>
            <a:ext cx="1356357" cy="23073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273FEE8-996A-44C8-8DDC-A3EF76863E19}"/>
              </a:ext>
            </a:extLst>
          </p:cNvPr>
          <p:cNvSpPr/>
          <p:nvPr/>
        </p:nvSpPr>
        <p:spPr>
          <a:xfrm>
            <a:off x="4249186" y="3063241"/>
            <a:ext cx="906748" cy="23746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D499E8F-98EC-4639-BFD2-52FAB5D33189}"/>
              </a:ext>
            </a:extLst>
          </p:cNvPr>
          <p:cNvSpPr/>
          <p:nvPr/>
        </p:nvSpPr>
        <p:spPr>
          <a:xfrm rot="5400000">
            <a:off x="5168301" y="3537338"/>
            <a:ext cx="1546330" cy="23073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E66DA9D-96E8-498E-8E20-A5A818696BC8}"/>
              </a:ext>
            </a:extLst>
          </p:cNvPr>
          <p:cNvSpPr/>
          <p:nvPr/>
        </p:nvSpPr>
        <p:spPr>
          <a:xfrm rot="5400000">
            <a:off x="2689609" y="3537336"/>
            <a:ext cx="1546330" cy="23073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81164D9-D2E7-4AB4-98B6-478D16514061}"/>
              </a:ext>
            </a:extLst>
          </p:cNvPr>
          <p:cNvSpPr/>
          <p:nvPr/>
        </p:nvSpPr>
        <p:spPr>
          <a:xfrm>
            <a:off x="3528944" y="4188398"/>
            <a:ext cx="906748" cy="23746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59640A1-B196-4136-AF40-82AC30907E3A}"/>
              </a:ext>
            </a:extLst>
          </p:cNvPr>
          <p:cNvSpPr/>
          <p:nvPr/>
        </p:nvSpPr>
        <p:spPr>
          <a:xfrm>
            <a:off x="5065932" y="4188398"/>
            <a:ext cx="906748" cy="23746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FC0700EE-4DA0-48AE-8CCE-6816A46FD5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8677" y="1963670"/>
            <a:ext cx="371475" cy="4381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787216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FA9DC2D7-5BD0-457F-AC08-F09C5BBE93CE}"/>
              </a:ext>
            </a:extLst>
          </p:cNvPr>
          <p:cNvSpPr/>
          <p:nvPr/>
        </p:nvSpPr>
        <p:spPr>
          <a:xfrm>
            <a:off x="2423160" y="1407160"/>
            <a:ext cx="2042160" cy="1198880"/>
          </a:xfrm>
          <a:prstGeom prst="rect">
            <a:avLst/>
          </a:prstGeom>
          <a:solidFill>
            <a:srgbClr val="FFA5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58B9C52F-5C05-47A5-8206-20498C3FF2C5}"/>
              </a:ext>
            </a:extLst>
          </p:cNvPr>
          <p:cNvGrpSpPr/>
          <p:nvPr/>
        </p:nvGrpSpPr>
        <p:grpSpPr>
          <a:xfrm>
            <a:off x="4965726" y="895139"/>
            <a:ext cx="3600000" cy="3600000"/>
            <a:chOff x="3062796" y="1358282"/>
            <a:chExt cx="3600000" cy="3599999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5B5B9D85-C0EB-4D55-BA66-E8525291A2FD}"/>
                </a:ext>
              </a:extLst>
            </p:cNvPr>
            <p:cNvSpPr/>
            <p:nvPr/>
          </p:nvSpPr>
          <p:spPr>
            <a:xfrm>
              <a:off x="3062796" y="1358282"/>
              <a:ext cx="3600000" cy="3599999"/>
            </a:xfrm>
            <a:prstGeom prst="rect">
              <a:avLst/>
            </a:prstGeom>
            <a:solidFill>
              <a:srgbClr val="FFA500"/>
            </a:solidFill>
            <a:ln>
              <a:solidFill>
                <a:srgbClr val="FFA5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29239680-5AD2-48C3-80F9-2F2B8C9AEAEA}"/>
                </a:ext>
              </a:extLst>
            </p:cNvPr>
            <p:cNvSpPr/>
            <p:nvPr/>
          </p:nvSpPr>
          <p:spPr>
            <a:xfrm>
              <a:off x="3693559" y="1825496"/>
              <a:ext cx="2338474" cy="2665571"/>
            </a:xfrm>
            <a:prstGeom prst="roundRect">
              <a:avLst>
                <a:gd name="adj" fmla="val 22741"/>
              </a:avLst>
            </a:prstGeom>
            <a:noFill/>
            <a:ln w="12700" cmpd="sng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Rectangle: Rounded Corners 5">
              <a:extLst>
                <a:ext uri="{FF2B5EF4-FFF2-40B4-BE49-F238E27FC236}">
                  <a16:creationId xmlns:a16="http://schemas.microsoft.com/office/drawing/2014/main" id="{7427C93F-DA85-4759-9161-39B465E54CF4}"/>
                </a:ext>
              </a:extLst>
            </p:cNvPr>
            <p:cNvSpPr/>
            <p:nvPr/>
          </p:nvSpPr>
          <p:spPr>
            <a:xfrm>
              <a:off x="4212856" y="2364611"/>
              <a:ext cx="1299879" cy="130939"/>
            </a:xfrm>
            <a:prstGeom prst="roundRect">
              <a:avLst>
                <a:gd name="adj" fmla="val 50000"/>
              </a:avLst>
            </a:prstGeom>
            <a:solidFill>
              <a:schemeClr val="bg1"/>
            </a:solidFill>
            <a:ln>
              <a:solidFill>
                <a:srgbClr val="FFFF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FFCDF59A-38FA-4F1D-AA82-840501CE7730}"/>
                </a:ext>
              </a:extLst>
            </p:cNvPr>
            <p:cNvSpPr/>
            <p:nvPr/>
          </p:nvSpPr>
          <p:spPr>
            <a:xfrm>
              <a:off x="4212856" y="2831825"/>
              <a:ext cx="1299879" cy="130939"/>
            </a:xfrm>
            <a:prstGeom prst="roundRect">
              <a:avLst>
                <a:gd name="adj" fmla="val 50000"/>
              </a:avLst>
            </a:prstGeom>
            <a:solidFill>
              <a:schemeClr val="bg1"/>
            </a:solidFill>
            <a:ln>
              <a:solidFill>
                <a:srgbClr val="FFFF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Rectangle: Rounded Corners 7">
              <a:extLst>
                <a:ext uri="{FF2B5EF4-FFF2-40B4-BE49-F238E27FC236}">
                  <a16:creationId xmlns:a16="http://schemas.microsoft.com/office/drawing/2014/main" id="{19C1FF9C-4A5A-430A-A5DB-A1B27AF54372}"/>
                </a:ext>
              </a:extLst>
            </p:cNvPr>
            <p:cNvSpPr/>
            <p:nvPr/>
          </p:nvSpPr>
          <p:spPr>
            <a:xfrm>
              <a:off x="4212856" y="3298061"/>
              <a:ext cx="1299879" cy="130939"/>
            </a:xfrm>
            <a:prstGeom prst="roundRect">
              <a:avLst>
                <a:gd name="adj" fmla="val 50000"/>
              </a:avLst>
            </a:prstGeom>
            <a:solidFill>
              <a:schemeClr val="bg1"/>
            </a:solidFill>
            <a:ln>
              <a:solidFill>
                <a:srgbClr val="FFFF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: Rounded Corners 8">
              <a:extLst>
                <a:ext uri="{FF2B5EF4-FFF2-40B4-BE49-F238E27FC236}">
                  <a16:creationId xmlns:a16="http://schemas.microsoft.com/office/drawing/2014/main" id="{56C46BD6-09AA-45F0-9227-188EFA89E7F1}"/>
                </a:ext>
              </a:extLst>
            </p:cNvPr>
            <p:cNvSpPr/>
            <p:nvPr/>
          </p:nvSpPr>
          <p:spPr>
            <a:xfrm>
              <a:off x="4212855" y="3764297"/>
              <a:ext cx="1299879" cy="130939"/>
            </a:xfrm>
            <a:prstGeom prst="roundRect">
              <a:avLst>
                <a:gd name="adj" fmla="val 50000"/>
              </a:avLst>
            </a:prstGeom>
            <a:solidFill>
              <a:schemeClr val="bg1"/>
            </a:solidFill>
            <a:ln>
              <a:solidFill>
                <a:srgbClr val="FFFF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85534371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74608DAA-8F82-417E-97F1-ED304F48A38A}"/>
              </a:ext>
            </a:extLst>
          </p:cNvPr>
          <p:cNvSpPr/>
          <p:nvPr/>
        </p:nvSpPr>
        <p:spPr>
          <a:xfrm>
            <a:off x="4296000" y="1393792"/>
            <a:ext cx="3600000" cy="3600000"/>
          </a:xfrm>
          <a:prstGeom prst="rect">
            <a:avLst/>
          </a:prstGeom>
          <a:noFill/>
          <a:ln>
            <a:solidFill>
              <a:srgbClr val="FFA5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02749F8F-632E-48B2-AD49-579441A5D93E}"/>
              </a:ext>
            </a:extLst>
          </p:cNvPr>
          <p:cNvSpPr/>
          <p:nvPr/>
        </p:nvSpPr>
        <p:spPr>
          <a:xfrm>
            <a:off x="4564200" y="1694392"/>
            <a:ext cx="3063600" cy="799200"/>
          </a:xfrm>
          <a:prstGeom prst="roundRect">
            <a:avLst/>
          </a:prstGeom>
          <a:solidFill>
            <a:srgbClr val="FFA5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BF112112-D704-43EB-8914-B06BAE72515C}"/>
              </a:ext>
            </a:extLst>
          </p:cNvPr>
          <p:cNvSpPr/>
          <p:nvPr/>
        </p:nvSpPr>
        <p:spPr>
          <a:xfrm>
            <a:off x="4564200" y="2794192"/>
            <a:ext cx="3063600" cy="799200"/>
          </a:xfrm>
          <a:prstGeom prst="roundRect">
            <a:avLst/>
          </a:prstGeom>
          <a:solidFill>
            <a:srgbClr val="FFA5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6A2E5E80-40D7-44A4-A6F7-ED9ECC65AC08}"/>
              </a:ext>
            </a:extLst>
          </p:cNvPr>
          <p:cNvSpPr/>
          <p:nvPr/>
        </p:nvSpPr>
        <p:spPr>
          <a:xfrm>
            <a:off x="4500175" y="1702131"/>
            <a:ext cx="3063600" cy="799200"/>
          </a:xfrm>
          <a:prstGeom prst="roundRect">
            <a:avLst/>
          </a:prstGeom>
          <a:solidFill>
            <a:srgbClr val="FFA5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4C99CDBF-134B-4137-ACEB-A700EBE85585}"/>
              </a:ext>
            </a:extLst>
          </p:cNvPr>
          <p:cNvSpPr/>
          <p:nvPr/>
        </p:nvSpPr>
        <p:spPr>
          <a:xfrm>
            <a:off x="4564200" y="3886253"/>
            <a:ext cx="3063600" cy="799200"/>
          </a:xfrm>
          <a:prstGeom prst="roundRect">
            <a:avLst/>
          </a:prstGeom>
          <a:solidFill>
            <a:srgbClr val="FFA5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747312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F45DCEE9-4AB0-4E22-A6B7-062AA89DED99}"/>
              </a:ext>
            </a:extLst>
          </p:cNvPr>
          <p:cNvSpPr/>
          <p:nvPr/>
        </p:nvSpPr>
        <p:spPr>
          <a:xfrm>
            <a:off x="3622090" y="2401409"/>
            <a:ext cx="762000" cy="152400"/>
          </a:xfrm>
          <a:prstGeom prst="rect">
            <a:avLst/>
          </a:prstGeom>
          <a:solidFill>
            <a:srgbClr val="FFA500"/>
          </a:solidFill>
          <a:ln>
            <a:solidFill>
              <a:srgbClr val="FFA5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EDC55A6E-2932-41A7-AE7D-F34B60BD798C}"/>
              </a:ext>
            </a:extLst>
          </p:cNvPr>
          <p:cNvSpPr/>
          <p:nvPr/>
        </p:nvSpPr>
        <p:spPr>
          <a:xfrm>
            <a:off x="3964990" y="2439509"/>
            <a:ext cx="76200" cy="76200"/>
          </a:xfrm>
          <a:prstGeom prst="ellipse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757EFE42-9C03-4C38-82B8-4CE773D95134}"/>
              </a:ext>
            </a:extLst>
          </p:cNvPr>
          <p:cNvSpPr/>
          <p:nvPr/>
        </p:nvSpPr>
        <p:spPr>
          <a:xfrm>
            <a:off x="4174540" y="2439509"/>
            <a:ext cx="76200" cy="76200"/>
          </a:xfrm>
          <a:prstGeom prst="ellipse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95E72654-900A-4B96-A592-A5C0C94A8F5C}"/>
              </a:ext>
            </a:extLst>
          </p:cNvPr>
          <p:cNvSpPr/>
          <p:nvPr/>
        </p:nvSpPr>
        <p:spPr>
          <a:xfrm>
            <a:off x="3755440" y="2439509"/>
            <a:ext cx="76200" cy="76200"/>
          </a:xfrm>
          <a:prstGeom prst="ellipse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 descr="Icon&#10;&#10;Description automatically generated">
            <a:extLst>
              <a:ext uri="{FF2B5EF4-FFF2-40B4-BE49-F238E27FC236}">
                <a16:creationId xmlns:a16="http://schemas.microsoft.com/office/drawing/2014/main" id="{68B1F76E-709A-439A-B33A-2E9C4FA5166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30000" y="313662"/>
            <a:ext cx="762000" cy="163689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558D0DC5-86FE-4EF3-A3B3-58EC9D4E0C78}"/>
              </a:ext>
            </a:extLst>
          </p:cNvPr>
          <p:cNvSpPr/>
          <p:nvPr/>
        </p:nvSpPr>
        <p:spPr>
          <a:xfrm>
            <a:off x="4775152" y="2496820"/>
            <a:ext cx="2286000" cy="685800"/>
          </a:xfrm>
          <a:prstGeom prst="rect">
            <a:avLst/>
          </a:prstGeom>
          <a:solidFill>
            <a:srgbClr val="FFA50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E87C9C71-B395-42BD-95C2-A821B2CF1402}"/>
              </a:ext>
            </a:extLst>
          </p:cNvPr>
          <p:cNvSpPr/>
          <p:nvPr/>
        </p:nvSpPr>
        <p:spPr>
          <a:xfrm>
            <a:off x="5803852" y="2725420"/>
            <a:ext cx="228600" cy="228600"/>
          </a:xfrm>
          <a:prstGeom prst="ellipse">
            <a:avLst/>
          </a:prstGeom>
          <a:solidFill>
            <a:srgbClr val="FFFFF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5BD69DED-1E25-45AF-8228-A96F1B795CBC}"/>
              </a:ext>
            </a:extLst>
          </p:cNvPr>
          <p:cNvSpPr/>
          <p:nvPr/>
        </p:nvSpPr>
        <p:spPr>
          <a:xfrm>
            <a:off x="5175202" y="2725420"/>
            <a:ext cx="228600" cy="228600"/>
          </a:xfrm>
          <a:prstGeom prst="ellipse">
            <a:avLst/>
          </a:prstGeom>
          <a:solidFill>
            <a:srgbClr val="FFFFF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6F58DB65-2633-4B9C-9E56-A8ADC4F80D20}"/>
              </a:ext>
            </a:extLst>
          </p:cNvPr>
          <p:cNvSpPr/>
          <p:nvPr/>
        </p:nvSpPr>
        <p:spPr>
          <a:xfrm>
            <a:off x="6432502" y="2725420"/>
            <a:ext cx="228600" cy="228600"/>
          </a:xfrm>
          <a:prstGeom prst="ellipse">
            <a:avLst/>
          </a:prstGeom>
          <a:solidFill>
            <a:srgbClr val="FFFFF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80270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DF1FDA6C-5388-415E-A2A6-60F0F6B8E748}"/>
              </a:ext>
            </a:extLst>
          </p:cNvPr>
          <p:cNvGrpSpPr/>
          <p:nvPr/>
        </p:nvGrpSpPr>
        <p:grpSpPr>
          <a:xfrm>
            <a:off x="1064211" y="1401192"/>
            <a:ext cx="1524000" cy="1524000"/>
            <a:chOff x="3771900" y="1676400"/>
            <a:chExt cx="1524000" cy="1524000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26B51191-7FCE-424D-A045-E7022F0EB1B6}"/>
                </a:ext>
              </a:extLst>
            </p:cNvPr>
            <p:cNvSpPr/>
            <p:nvPr/>
          </p:nvSpPr>
          <p:spPr>
            <a:xfrm>
              <a:off x="3771900" y="1676400"/>
              <a:ext cx="1524000" cy="1524000"/>
            </a:xfrm>
            <a:prstGeom prst="rect">
              <a:avLst/>
            </a:prstGeom>
            <a:solidFill>
              <a:srgbClr val="FFA500"/>
            </a:solidFill>
            <a:ln>
              <a:solidFill>
                <a:srgbClr val="FFFF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Arrow: Down 4">
              <a:extLst>
                <a:ext uri="{FF2B5EF4-FFF2-40B4-BE49-F238E27FC236}">
                  <a16:creationId xmlns:a16="http://schemas.microsoft.com/office/drawing/2014/main" id="{626F931C-9085-4342-BE90-73BE4632D254}"/>
                </a:ext>
              </a:extLst>
            </p:cNvPr>
            <p:cNvSpPr/>
            <p:nvPr/>
          </p:nvSpPr>
          <p:spPr>
            <a:xfrm>
              <a:off x="4000500" y="1800225"/>
              <a:ext cx="1038225" cy="1276350"/>
            </a:xfrm>
            <a:prstGeom prst="downArrow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6E0BC22B-FAD0-4244-B082-A125797530D3}"/>
              </a:ext>
            </a:extLst>
          </p:cNvPr>
          <p:cNvGrpSpPr/>
          <p:nvPr/>
        </p:nvGrpSpPr>
        <p:grpSpPr>
          <a:xfrm>
            <a:off x="5868990" y="1653133"/>
            <a:ext cx="1524000" cy="1524000"/>
            <a:chOff x="5868990" y="1653133"/>
            <a:chExt cx="1524000" cy="1524000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0EA82253-C11F-445D-84CE-0B50F6DCC122}"/>
                </a:ext>
              </a:extLst>
            </p:cNvPr>
            <p:cNvSpPr/>
            <p:nvPr/>
          </p:nvSpPr>
          <p:spPr>
            <a:xfrm>
              <a:off x="5868990" y="1653133"/>
              <a:ext cx="1524000" cy="1524000"/>
            </a:xfrm>
            <a:prstGeom prst="rect">
              <a:avLst/>
            </a:prstGeom>
            <a:solidFill>
              <a:srgbClr val="FFA500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21699DF9-2099-448D-A3F6-E1E2731255C3}"/>
                </a:ext>
              </a:extLst>
            </p:cNvPr>
            <p:cNvGrpSpPr/>
            <p:nvPr/>
          </p:nvGrpSpPr>
          <p:grpSpPr>
            <a:xfrm>
              <a:off x="6076879" y="1845297"/>
              <a:ext cx="886019" cy="1072605"/>
              <a:chOff x="6137839" y="1771669"/>
              <a:chExt cx="886019" cy="1072605"/>
            </a:xfrm>
          </p:grpSpPr>
          <p:sp>
            <p:nvSpPr>
              <p:cNvPr id="16" name="Isosceles Triangle 15">
                <a:extLst>
                  <a:ext uri="{FF2B5EF4-FFF2-40B4-BE49-F238E27FC236}">
                    <a16:creationId xmlns:a16="http://schemas.microsoft.com/office/drawing/2014/main" id="{BEE34D88-EEB1-4E61-89FC-9ECAFDD62C99}"/>
                  </a:ext>
                </a:extLst>
              </p:cNvPr>
              <p:cNvSpPr/>
              <p:nvPr/>
            </p:nvSpPr>
            <p:spPr>
              <a:xfrm rot="10212482">
                <a:off x="6565706" y="2665157"/>
                <a:ext cx="279933" cy="179117"/>
              </a:xfrm>
              <a:prstGeom prst="triangle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" name="Isosceles Triangle 16">
                <a:extLst>
                  <a:ext uri="{FF2B5EF4-FFF2-40B4-BE49-F238E27FC236}">
                    <a16:creationId xmlns:a16="http://schemas.microsoft.com/office/drawing/2014/main" id="{F041B398-AC4D-43A2-9CAD-5B30D43A41E4}"/>
                  </a:ext>
                </a:extLst>
              </p:cNvPr>
              <p:cNvSpPr/>
              <p:nvPr/>
            </p:nvSpPr>
            <p:spPr>
              <a:xfrm rot="18575770">
                <a:off x="6371150" y="2153774"/>
                <a:ext cx="206557" cy="673179"/>
              </a:xfrm>
              <a:prstGeom prst="triangle">
                <a:avLst>
                  <a:gd name="adj" fmla="val 0"/>
                </a:avLst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" name="Isosceles Triangle 18">
                <a:extLst>
                  <a:ext uri="{FF2B5EF4-FFF2-40B4-BE49-F238E27FC236}">
                    <a16:creationId xmlns:a16="http://schemas.microsoft.com/office/drawing/2014/main" id="{AA003DD3-EABB-4662-996C-39AC0D02664A}"/>
                  </a:ext>
                </a:extLst>
              </p:cNvPr>
              <p:cNvSpPr/>
              <p:nvPr/>
            </p:nvSpPr>
            <p:spPr>
              <a:xfrm rot="1856451">
                <a:off x="6779807" y="1771669"/>
                <a:ext cx="244051" cy="1025200"/>
              </a:xfrm>
              <a:prstGeom prst="triangle">
                <a:avLst>
                  <a:gd name="adj" fmla="val 100000"/>
                </a:avLst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73310031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2C3EC089-B002-482F-9169-4DA2618D5CCC}"/>
              </a:ext>
            </a:extLst>
          </p:cNvPr>
          <p:cNvGrpSpPr/>
          <p:nvPr/>
        </p:nvGrpSpPr>
        <p:grpSpPr>
          <a:xfrm>
            <a:off x="764540" y="1361440"/>
            <a:ext cx="1524000" cy="1524000"/>
            <a:chOff x="764540" y="1361440"/>
            <a:chExt cx="1524000" cy="1524000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2B9CD8ED-4876-4544-8A6B-FAA7B9608F3B}"/>
                </a:ext>
              </a:extLst>
            </p:cNvPr>
            <p:cNvSpPr/>
            <p:nvPr/>
          </p:nvSpPr>
          <p:spPr>
            <a:xfrm>
              <a:off x="764540" y="1361440"/>
              <a:ext cx="1524000" cy="1524000"/>
            </a:xfrm>
            <a:prstGeom prst="rect">
              <a:avLst/>
            </a:prstGeom>
            <a:solidFill>
              <a:srgbClr val="FFA500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Arrow: Curved Left 4">
              <a:extLst>
                <a:ext uri="{FF2B5EF4-FFF2-40B4-BE49-F238E27FC236}">
                  <a16:creationId xmlns:a16="http://schemas.microsoft.com/office/drawing/2014/main" id="{22F92986-9B28-451F-B62E-4B0DA36526D6}"/>
                </a:ext>
              </a:extLst>
            </p:cNvPr>
            <p:cNvSpPr/>
            <p:nvPr/>
          </p:nvSpPr>
          <p:spPr>
            <a:xfrm>
              <a:off x="1143000" y="1743710"/>
              <a:ext cx="762000" cy="762000"/>
            </a:xfrm>
            <a:prstGeom prst="curvedLeftArrow">
              <a:avLst/>
            </a:prstGeom>
            <a:solidFill>
              <a:srgbClr val="FF9933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37F5ADA5-5EA6-42E9-8A67-CE75F3FC8473}"/>
              </a:ext>
            </a:extLst>
          </p:cNvPr>
          <p:cNvGrpSpPr/>
          <p:nvPr/>
        </p:nvGrpSpPr>
        <p:grpSpPr>
          <a:xfrm>
            <a:off x="4994656" y="1524000"/>
            <a:ext cx="3810000" cy="3810000"/>
            <a:chOff x="4994656" y="1524000"/>
            <a:chExt cx="3810000" cy="3810000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FB807ED0-F222-4D3D-908F-7FE7BED75BFF}"/>
                </a:ext>
              </a:extLst>
            </p:cNvPr>
            <p:cNvSpPr/>
            <p:nvPr/>
          </p:nvSpPr>
          <p:spPr>
            <a:xfrm>
              <a:off x="4994656" y="1524000"/>
              <a:ext cx="3810000" cy="3810000"/>
            </a:xfrm>
            <a:prstGeom prst="rect">
              <a:avLst/>
            </a:prstGeom>
            <a:solidFill>
              <a:srgbClr val="FFA500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7C420693-8D34-48AE-B81A-F36F6E982876}"/>
                </a:ext>
              </a:extLst>
            </p:cNvPr>
            <p:cNvSpPr/>
            <p:nvPr/>
          </p:nvSpPr>
          <p:spPr>
            <a:xfrm>
              <a:off x="5185156" y="1714500"/>
              <a:ext cx="3429000" cy="3429000"/>
            </a:xfrm>
            <a:prstGeom prst="ellipse">
              <a:avLst/>
            </a:prstGeom>
            <a:solidFill>
              <a:srgbClr val="FFA500"/>
            </a:solidFill>
            <a:ln w="762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3A8350C8-525F-463C-9B91-56FB566CF2BB}"/>
                </a:ext>
              </a:extLst>
            </p:cNvPr>
            <p:cNvCxnSpPr>
              <a:cxnSpLocks/>
              <a:endCxn id="8" idx="4"/>
            </p:cNvCxnSpPr>
            <p:nvPr/>
          </p:nvCxnSpPr>
          <p:spPr>
            <a:xfrm>
              <a:off x="6899656" y="1743710"/>
              <a:ext cx="0" cy="3399790"/>
            </a:xfrm>
            <a:prstGeom prst="line">
              <a:avLst/>
            </a:prstGeom>
            <a:ln w="7620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638D4575-5BAB-4D5A-9985-F59B8C7573D9}"/>
                </a:ext>
              </a:extLst>
            </p:cNvPr>
            <p:cNvCxnSpPr>
              <a:cxnSpLocks/>
              <a:stCxn id="8" idx="2"/>
              <a:endCxn id="8" idx="6"/>
            </p:cNvCxnSpPr>
            <p:nvPr/>
          </p:nvCxnSpPr>
          <p:spPr>
            <a:xfrm>
              <a:off x="5185156" y="3429000"/>
              <a:ext cx="3429000" cy="0"/>
            </a:xfrm>
            <a:prstGeom prst="line">
              <a:avLst/>
            </a:prstGeom>
            <a:ln w="7620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8707435F-C09C-4E12-8DBB-2AFBCAA85DE2}"/>
                </a:ext>
              </a:extLst>
            </p:cNvPr>
            <p:cNvCxnSpPr>
              <a:cxnSpLocks/>
              <a:stCxn id="8" idx="7"/>
              <a:endCxn id="8" idx="3"/>
            </p:cNvCxnSpPr>
            <p:nvPr/>
          </p:nvCxnSpPr>
          <p:spPr>
            <a:xfrm flipH="1">
              <a:off x="5687321" y="2216665"/>
              <a:ext cx="2424670" cy="2424670"/>
            </a:xfrm>
            <a:prstGeom prst="line">
              <a:avLst/>
            </a:prstGeom>
            <a:ln w="7620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Connector 45">
              <a:extLst>
                <a:ext uri="{FF2B5EF4-FFF2-40B4-BE49-F238E27FC236}">
                  <a16:creationId xmlns:a16="http://schemas.microsoft.com/office/drawing/2014/main" id="{EF74D4EA-C656-4AC3-A3F0-C160BD02419E}"/>
                </a:ext>
              </a:extLst>
            </p:cNvPr>
            <p:cNvCxnSpPr>
              <a:cxnSpLocks/>
              <a:stCxn id="8" idx="1"/>
              <a:endCxn id="8" idx="5"/>
            </p:cNvCxnSpPr>
            <p:nvPr/>
          </p:nvCxnSpPr>
          <p:spPr>
            <a:xfrm>
              <a:off x="5687321" y="2216665"/>
              <a:ext cx="2424670" cy="2424670"/>
            </a:xfrm>
            <a:prstGeom prst="line">
              <a:avLst/>
            </a:prstGeom>
            <a:ln w="7620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9" name="Oval 48">
              <a:extLst>
                <a:ext uri="{FF2B5EF4-FFF2-40B4-BE49-F238E27FC236}">
                  <a16:creationId xmlns:a16="http://schemas.microsoft.com/office/drawing/2014/main" id="{6FB7B3AE-E99B-4F16-A8A8-5D56D0254A29}"/>
                </a:ext>
              </a:extLst>
            </p:cNvPr>
            <p:cNvSpPr/>
            <p:nvPr/>
          </p:nvSpPr>
          <p:spPr>
            <a:xfrm>
              <a:off x="5375656" y="1919605"/>
              <a:ext cx="3048000" cy="3048000"/>
            </a:xfrm>
            <a:prstGeom prst="ellipse">
              <a:avLst/>
            </a:prstGeom>
            <a:solidFill>
              <a:srgbClr val="FFA500"/>
            </a:solidFill>
            <a:ln w="762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0" name="Oval 49">
              <a:extLst>
                <a:ext uri="{FF2B5EF4-FFF2-40B4-BE49-F238E27FC236}">
                  <a16:creationId xmlns:a16="http://schemas.microsoft.com/office/drawing/2014/main" id="{84ACCB3D-918E-4B7F-9B13-DC4DAF97E42A}"/>
                </a:ext>
              </a:extLst>
            </p:cNvPr>
            <p:cNvSpPr/>
            <p:nvPr/>
          </p:nvSpPr>
          <p:spPr>
            <a:xfrm>
              <a:off x="6861556" y="3390900"/>
              <a:ext cx="76200" cy="762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8" name="Group 57">
            <a:extLst>
              <a:ext uri="{FF2B5EF4-FFF2-40B4-BE49-F238E27FC236}">
                <a16:creationId xmlns:a16="http://schemas.microsoft.com/office/drawing/2014/main" id="{F2B23760-862E-4301-B161-B1B9F1EAE5F4}"/>
              </a:ext>
            </a:extLst>
          </p:cNvPr>
          <p:cNvGrpSpPr/>
          <p:nvPr/>
        </p:nvGrpSpPr>
        <p:grpSpPr>
          <a:xfrm>
            <a:off x="1905000" y="4023360"/>
            <a:ext cx="762000" cy="762000"/>
            <a:chOff x="1905000" y="4023360"/>
            <a:chExt cx="762000" cy="762000"/>
          </a:xfrm>
        </p:grpSpPr>
        <p:sp>
          <p:nvSpPr>
            <p:cNvPr id="52" name="Rectangle 51">
              <a:extLst>
                <a:ext uri="{FF2B5EF4-FFF2-40B4-BE49-F238E27FC236}">
                  <a16:creationId xmlns:a16="http://schemas.microsoft.com/office/drawing/2014/main" id="{74347963-AF6A-42C4-8C8D-5FACB3355412}"/>
                </a:ext>
              </a:extLst>
            </p:cNvPr>
            <p:cNvSpPr/>
            <p:nvPr/>
          </p:nvSpPr>
          <p:spPr>
            <a:xfrm>
              <a:off x="1905000" y="4023360"/>
              <a:ext cx="762000" cy="762000"/>
            </a:xfrm>
            <a:prstGeom prst="rect">
              <a:avLst/>
            </a:prstGeom>
            <a:solidFill>
              <a:srgbClr val="FFA500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56" name="Group 55">
              <a:extLst>
                <a:ext uri="{FF2B5EF4-FFF2-40B4-BE49-F238E27FC236}">
                  <a16:creationId xmlns:a16="http://schemas.microsoft.com/office/drawing/2014/main" id="{A428E5BC-6AA2-4A84-9EA7-95F459BC52D4}"/>
                </a:ext>
              </a:extLst>
            </p:cNvPr>
            <p:cNvGrpSpPr/>
            <p:nvPr/>
          </p:nvGrpSpPr>
          <p:grpSpPr>
            <a:xfrm>
              <a:off x="1993012" y="4114323"/>
              <a:ext cx="585976" cy="580073"/>
              <a:chOff x="1963678" y="4076700"/>
              <a:chExt cx="585976" cy="580073"/>
            </a:xfrm>
          </p:grpSpPr>
          <p:sp>
            <p:nvSpPr>
              <p:cNvPr id="53" name="Oval 52">
                <a:extLst>
                  <a:ext uri="{FF2B5EF4-FFF2-40B4-BE49-F238E27FC236}">
                    <a16:creationId xmlns:a16="http://schemas.microsoft.com/office/drawing/2014/main" id="{39B58883-6922-4AA2-8161-B5060A82D107}"/>
                  </a:ext>
                </a:extLst>
              </p:cNvPr>
              <p:cNvSpPr/>
              <p:nvPr/>
            </p:nvSpPr>
            <p:spPr>
              <a:xfrm>
                <a:off x="1963678" y="4076700"/>
                <a:ext cx="381000" cy="381000"/>
              </a:xfrm>
              <a:prstGeom prst="ellipse">
                <a:avLst/>
              </a:prstGeom>
              <a:noFill/>
              <a:ln w="7620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55" name="Straight Connector 54">
                <a:extLst>
                  <a:ext uri="{FF2B5EF4-FFF2-40B4-BE49-F238E27FC236}">
                    <a16:creationId xmlns:a16="http://schemas.microsoft.com/office/drawing/2014/main" id="{12CAFCCF-B7D7-48E2-8733-747828BB8588}"/>
                  </a:ext>
                </a:extLst>
              </p:cNvPr>
              <p:cNvCxnSpPr>
                <a:cxnSpLocks/>
                <a:stCxn id="53" idx="5"/>
              </p:cNvCxnSpPr>
              <p:nvPr/>
            </p:nvCxnSpPr>
            <p:spPr>
              <a:xfrm>
                <a:off x="2288882" y="4401904"/>
                <a:ext cx="260772" cy="254869"/>
              </a:xfrm>
              <a:prstGeom prst="line">
                <a:avLst/>
              </a:prstGeom>
              <a:ln w="76200"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225463765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>
            <a:extLst>
              <a:ext uri="{FF2B5EF4-FFF2-40B4-BE49-F238E27FC236}">
                <a16:creationId xmlns:a16="http://schemas.microsoft.com/office/drawing/2014/main" id="{10F691B7-F7FD-40E9-81F2-03BA62935993}"/>
              </a:ext>
            </a:extLst>
          </p:cNvPr>
          <p:cNvGrpSpPr/>
          <p:nvPr/>
        </p:nvGrpSpPr>
        <p:grpSpPr>
          <a:xfrm>
            <a:off x="821054" y="1470660"/>
            <a:ext cx="1143000" cy="1143000"/>
            <a:chOff x="821054" y="1470660"/>
            <a:chExt cx="1143000" cy="1143000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5F0062AF-E53E-4ECD-BC69-02D660AE1E5D}"/>
                </a:ext>
              </a:extLst>
            </p:cNvPr>
            <p:cNvSpPr/>
            <p:nvPr/>
          </p:nvSpPr>
          <p:spPr>
            <a:xfrm>
              <a:off x="821054" y="1470660"/>
              <a:ext cx="1143000" cy="1143000"/>
            </a:xfrm>
            <a:prstGeom prst="rect">
              <a:avLst/>
            </a:prstGeom>
            <a:solidFill>
              <a:srgbClr val="FFA500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7B08B642-1225-4DAF-BE5C-53E914670D5B}"/>
                </a:ext>
              </a:extLst>
            </p:cNvPr>
            <p:cNvSpPr/>
            <p:nvPr/>
          </p:nvSpPr>
          <p:spPr>
            <a:xfrm>
              <a:off x="1057751" y="1609725"/>
              <a:ext cx="669606" cy="864870"/>
            </a:xfrm>
            <a:prstGeom prst="roundRect">
              <a:avLst/>
            </a:prstGeom>
            <a:solidFill>
              <a:srgbClr val="FFA500"/>
            </a:solidFill>
            <a:ln w="5715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Rectangle: Rounded Corners 5">
              <a:extLst>
                <a:ext uri="{FF2B5EF4-FFF2-40B4-BE49-F238E27FC236}">
                  <a16:creationId xmlns:a16="http://schemas.microsoft.com/office/drawing/2014/main" id="{998BE3F5-9648-46E2-909F-FAA2C6803070}"/>
                </a:ext>
              </a:extLst>
            </p:cNvPr>
            <p:cNvSpPr/>
            <p:nvPr/>
          </p:nvSpPr>
          <p:spPr>
            <a:xfrm>
              <a:off x="1205865" y="2023109"/>
              <a:ext cx="381000" cy="381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8D0B9840-CD61-4BDC-8365-F813190EE8AF}"/>
                </a:ext>
              </a:extLst>
            </p:cNvPr>
            <p:cNvSpPr/>
            <p:nvPr/>
          </p:nvSpPr>
          <p:spPr>
            <a:xfrm>
              <a:off x="1205865" y="2229802"/>
              <a:ext cx="381000" cy="381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Rectangle: Rounded Corners 7">
              <a:extLst>
                <a:ext uri="{FF2B5EF4-FFF2-40B4-BE49-F238E27FC236}">
                  <a16:creationId xmlns:a16="http://schemas.microsoft.com/office/drawing/2014/main" id="{D5449E76-C1C3-45FC-9C48-4D45DC340940}"/>
                </a:ext>
              </a:extLst>
            </p:cNvPr>
            <p:cNvSpPr/>
            <p:nvPr/>
          </p:nvSpPr>
          <p:spPr>
            <a:xfrm>
              <a:off x="1202054" y="1816416"/>
              <a:ext cx="381000" cy="381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51903104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" name="Group 13">
            <a:extLst>
              <a:ext uri="{FF2B5EF4-FFF2-40B4-BE49-F238E27FC236}">
                <a16:creationId xmlns:a16="http://schemas.microsoft.com/office/drawing/2014/main" id="{E7CD74A9-A76B-4C5D-89CA-6E8AA691076F}"/>
              </a:ext>
            </a:extLst>
          </p:cNvPr>
          <p:cNvGrpSpPr/>
          <p:nvPr/>
        </p:nvGrpSpPr>
        <p:grpSpPr>
          <a:xfrm>
            <a:off x="4190260" y="1065320"/>
            <a:ext cx="3600000" cy="3600000"/>
            <a:chOff x="4190260" y="1065320"/>
            <a:chExt cx="3600000" cy="3600000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0FC0D227-EA5C-492F-B304-A4B44FEBC145}"/>
                </a:ext>
              </a:extLst>
            </p:cNvPr>
            <p:cNvSpPr/>
            <p:nvPr/>
          </p:nvSpPr>
          <p:spPr>
            <a:xfrm>
              <a:off x="4190260" y="1065320"/>
              <a:ext cx="3600000" cy="3600000"/>
            </a:xfrm>
            <a:prstGeom prst="rect">
              <a:avLst/>
            </a:prstGeom>
            <a:solidFill>
              <a:srgbClr val="FFA500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42556A96-A00D-4764-A7A0-2478DF1C4B9D}"/>
                </a:ext>
              </a:extLst>
            </p:cNvPr>
            <p:cNvGrpSpPr/>
            <p:nvPr/>
          </p:nvGrpSpPr>
          <p:grpSpPr>
            <a:xfrm>
              <a:off x="5090260" y="2096038"/>
              <a:ext cx="1800000" cy="2160000"/>
              <a:chOff x="5090260" y="1785320"/>
              <a:chExt cx="1800000" cy="2160000"/>
            </a:xfrm>
          </p:grpSpPr>
          <p:sp>
            <p:nvSpPr>
              <p:cNvPr id="5" name="Rectangle: Top Corners Rounded 4">
                <a:extLst>
                  <a:ext uri="{FF2B5EF4-FFF2-40B4-BE49-F238E27FC236}">
                    <a16:creationId xmlns:a16="http://schemas.microsoft.com/office/drawing/2014/main" id="{A3AD3790-0069-4F72-94A3-BFC8B2786945}"/>
                  </a:ext>
                </a:extLst>
              </p:cNvPr>
              <p:cNvSpPr/>
              <p:nvPr/>
            </p:nvSpPr>
            <p:spPr>
              <a:xfrm rot="10800000">
                <a:off x="5090260" y="1785320"/>
                <a:ext cx="1800000" cy="2160000"/>
              </a:xfrm>
              <a:prstGeom prst="round2SameRect">
                <a:avLst/>
              </a:prstGeom>
              <a:solidFill>
                <a:srgbClr val="FFA500"/>
              </a:solidFill>
              <a:ln w="10160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7" name="Straight Connector 6">
                <a:extLst>
                  <a:ext uri="{FF2B5EF4-FFF2-40B4-BE49-F238E27FC236}">
                    <a16:creationId xmlns:a16="http://schemas.microsoft.com/office/drawing/2014/main" id="{82A63161-035C-4C29-9260-C62A90E592D2}"/>
                  </a:ext>
                </a:extLst>
              </p:cNvPr>
              <p:cNvCxnSpPr/>
              <p:nvPr/>
            </p:nvCxnSpPr>
            <p:spPr>
              <a:xfrm>
                <a:off x="5477522" y="1961965"/>
                <a:ext cx="0" cy="1713390"/>
              </a:xfrm>
              <a:prstGeom prst="line">
                <a:avLst/>
              </a:prstGeom>
              <a:ln w="76200"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" name="Straight Connector 7">
                <a:extLst>
                  <a:ext uri="{FF2B5EF4-FFF2-40B4-BE49-F238E27FC236}">
                    <a16:creationId xmlns:a16="http://schemas.microsoft.com/office/drawing/2014/main" id="{8A048AD0-A16B-45A4-A980-B3800F62C23F}"/>
                  </a:ext>
                </a:extLst>
              </p:cNvPr>
              <p:cNvCxnSpPr/>
              <p:nvPr/>
            </p:nvCxnSpPr>
            <p:spPr>
              <a:xfrm>
                <a:off x="5990259" y="1961965"/>
                <a:ext cx="0" cy="1713390"/>
              </a:xfrm>
              <a:prstGeom prst="line">
                <a:avLst/>
              </a:prstGeom>
              <a:ln w="76200"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" name="Straight Connector 8">
                <a:extLst>
                  <a:ext uri="{FF2B5EF4-FFF2-40B4-BE49-F238E27FC236}">
                    <a16:creationId xmlns:a16="http://schemas.microsoft.com/office/drawing/2014/main" id="{20BAA544-F99F-4934-A590-16F4D6112FA9}"/>
                  </a:ext>
                </a:extLst>
              </p:cNvPr>
              <p:cNvCxnSpPr/>
              <p:nvPr/>
            </p:nvCxnSpPr>
            <p:spPr>
              <a:xfrm>
                <a:off x="6482178" y="1961965"/>
                <a:ext cx="0" cy="1713390"/>
              </a:xfrm>
              <a:prstGeom prst="line">
                <a:avLst/>
              </a:prstGeom>
              <a:ln w="76200"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305284A0-7BFB-446F-A8C2-6493F6045B46}"/>
                </a:ext>
              </a:extLst>
            </p:cNvPr>
            <p:cNvGrpSpPr/>
            <p:nvPr/>
          </p:nvGrpSpPr>
          <p:grpSpPr>
            <a:xfrm>
              <a:off x="5090259" y="1409593"/>
              <a:ext cx="1800001" cy="467020"/>
              <a:chOff x="5090259" y="1409593"/>
              <a:chExt cx="1800001" cy="467020"/>
            </a:xfrm>
          </p:grpSpPr>
          <p:sp>
            <p:nvSpPr>
              <p:cNvPr id="11" name="Rectangle: Top Corners Rounded 10">
                <a:extLst>
                  <a:ext uri="{FF2B5EF4-FFF2-40B4-BE49-F238E27FC236}">
                    <a16:creationId xmlns:a16="http://schemas.microsoft.com/office/drawing/2014/main" id="{FFAB54AB-E0EC-4658-AF5F-F2ECB24CFC0B}"/>
                  </a:ext>
                </a:extLst>
              </p:cNvPr>
              <p:cNvSpPr/>
              <p:nvPr/>
            </p:nvSpPr>
            <p:spPr>
              <a:xfrm>
                <a:off x="5090259" y="1553593"/>
                <a:ext cx="1800001" cy="323020"/>
              </a:xfrm>
              <a:prstGeom prst="round2SameRect">
                <a:avLst/>
              </a:prstGeom>
              <a:solidFill>
                <a:srgbClr val="FFA500"/>
              </a:solidFill>
              <a:ln w="7620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D10E91BE-1B56-4AA3-AB89-B7ADEC2D6712}"/>
                  </a:ext>
                </a:extLst>
              </p:cNvPr>
              <p:cNvSpPr/>
              <p:nvPr/>
            </p:nvSpPr>
            <p:spPr>
              <a:xfrm>
                <a:off x="5918259" y="1409593"/>
                <a:ext cx="144000" cy="144000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9227872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410</TotalTime>
  <Words>0</Words>
  <Application>Microsoft Office PowerPoint</Application>
  <PresentationFormat>Widescreen</PresentationFormat>
  <Paragraphs>0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Matthew David</dc:creator>
  <cp:lastModifiedBy>Matthew David</cp:lastModifiedBy>
  <cp:revision>20</cp:revision>
  <dcterms:created xsi:type="dcterms:W3CDTF">2021-03-06T11:14:42Z</dcterms:created>
  <dcterms:modified xsi:type="dcterms:W3CDTF">2021-05-23T13:24:13Z</dcterms:modified>
</cp:coreProperties>
</file>