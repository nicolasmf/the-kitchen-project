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FFA500"/>
    <a:srgbClr val="FF99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>
        <p:scale>
          <a:sx n="80" d="100"/>
          <a:sy n="80" d="100"/>
        </p:scale>
        <p:origin x="782" y="1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785972-9179-4C3F-A02C-FFB0BD5330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30CFBA2-D60E-4135-AB73-421073F57E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14CF37-1F1F-457A-9481-EB0785053D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0C4DA-C7B8-4A22-9C82-0DEE3AFE6205}" type="datetimeFigureOut">
              <a:rPr lang="en-US" smtClean="0"/>
              <a:t>3/10/2021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B0FCB6-472D-4E05-8447-312921A253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6F923A-CADD-45B8-91B6-A010E8BD7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E4D9F1-A54F-4BE7-B7B8-BF85E91827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72090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571161-BEA9-4497-A016-0A8411DB1D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E9D493-3525-465D-B25A-62E2208E01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2ED0C3-BDD9-4A1A-BD17-C66BAECC97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0C4DA-C7B8-4A22-9C82-0DEE3AFE6205}" type="datetimeFigureOut">
              <a:rPr lang="en-US" smtClean="0"/>
              <a:t>3/10/2021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B53F15-1123-4E32-984D-AB3F924DAE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CD375A-AE03-49D6-8FF6-E9BF54F69B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E4D9F1-A54F-4BE7-B7B8-BF85E91827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42592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9B32F1-3786-4835-A768-485577ECF8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A6B219-D7C0-4FEA-B069-30E4765468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1AE9C6-CE92-4D27-8BF1-3BDCFDCD5B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0C4DA-C7B8-4A22-9C82-0DEE3AFE6205}" type="datetimeFigureOut">
              <a:rPr lang="en-US" smtClean="0"/>
              <a:t>3/10/2021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FCAC99-0042-48D7-B9E0-65ED7F5B79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F7E423-6EE9-43F6-97A0-2F2A73DCE8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E4D9F1-A54F-4BE7-B7B8-BF85E91827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92825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BEB6EC-136B-4555-B57E-7CF4B9EC36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D4A416-2EB6-403B-856F-F6AE01B30F2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9F1ADD-7F0C-428E-9212-CE6A3FADF0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C169DD-DC7E-4C13-BD56-7AF9523432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0C4DA-C7B8-4A22-9C82-0DEE3AFE6205}" type="datetimeFigureOut">
              <a:rPr lang="en-US" smtClean="0"/>
              <a:t>3/10/2021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54E648-CCA4-4689-879C-A102558956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AB1B2D-F234-4D2A-93D3-CB028144E6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E4D9F1-A54F-4BE7-B7B8-BF85E91827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94549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AB0B28-0210-478A-80C8-2B53AD7468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8E0D2D-AC55-4F15-B2D3-8AD05679FB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F138C3-853E-4AEE-ABFC-1E30648CFC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EF98990-68BA-4958-9CC0-5E4A9BF8E9B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A8B93A7-5120-4B96-8F2B-AA1B4C72607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51FA9BA-D57D-4CA3-82EA-D6949333EE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0C4DA-C7B8-4A22-9C82-0DEE3AFE6205}" type="datetimeFigureOut">
              <a:rPr lang="en-US" smtClean="0"/>
              <a:t>3/10/2021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5F4D156-10E2-4452-ABF6-8A69186923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A603728-6804-4A6F-9311-B0AC5F4711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E4D9F1-A54F-4BE7-B7B8-BF85E91827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94449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98E230-6821-43E5-B4BC-B7EE46398E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DDAFA20-AA22-480B-A8D4-415A941D27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0C4DA-C7B8-4A22-9C82-0DEE3AFE6205}" type="datetimeFigureOut">
              <a:rPr lang="en-US" smtClean="0"/>
              <a:t>3/10/2021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AA506C4-FA4F-4B24-A824-782D11427B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0E3BE77-5A95-4518-B0CD-2FBD5B8C8B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E4D9F1-A54F-4BE7-B7B8-BF85E91827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31618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837AC7A-B6F7-4CBE-B845-A2AE5DCE80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0C4DA-C7B8-4A22-9C82-0DEE3AFE6205}" type="datetimeFigureOut">
              <a:rPr lang="en-US" smtClean="0"/>
              <a:t>3/10/2021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C32DDA5-5A7A-45FD-9114-C189A6E624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C1BBDA-2108-4A32-A6B6-305AD4886A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E4D9F1-A54F-4BE7-B7B8-BF85E91827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05910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6911B5-C00D-4561-9307-B7C8411BC3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C7FA79-13F1-4B35-A015-AA67BBA4EF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EC45DA-B1E4-4125-B6FD-437C90451C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2F83A1-D473-4DA4-89DC-6649528BF0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0C4DA-C7B8-4A22-9C82-0DEE3AFE6205}" type="datetimeFigureOut">
              <a:rPr lang="en-US" smtClean="0"/>
              <a:t>3/10/2021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6678CC-D6A2-43D9-947A-28BEA8ACC6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7813AB-B9B5-4384-87AE-2CBB17ABD1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E4D9F1-A54F-4BE7-B7B8-BF85E91827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25302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7D44A7-001A-4A75-B0F7-29EEA90BFF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FD5126D-EDED-4AA3-A2B2-FC521A99982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8CED11-F53D-43BC-83E1-CDE2CB001A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782764-0AE1-4B8E-B5CD-D5AF3977CF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0C4DA-C7B8-4A22-9C82-0DEE3AFE6205}" type="datetimeFigureOut">
              <a:rPr lang="en-US" smtClean="0"/>
              <a:t>3/10/2021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5513BF-E7F1-4CE0-ABBD-2FD54A9EB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C7B903-6D40-4BE6-9467-C675A3E5EC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E4D9F1-A54F-4BE7-B7B8-BF85E91827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35845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6266AD-C4F9-495D-B131-5D35B322A8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64412B-4700-432B-B491-93032EF1C6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ECF1EE-320B-494E-AAEA-81BAE26058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0C4DA-C7B8-4A22-9C82-0DEE3AFE6205}" type="datetimeFigureOut">
              <a:rPr lang="en-US" smtClean="0"/>
              <a:t>3/10/2021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477515-3DCA-4F6F-A987-D5E57CBF1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B3D6F8-E04F-40D7-804C-5ACD2E1E10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E4D9F1-A54F-4BE7-B7B8-BF85E91827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13308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729F022-AD9D-4EE9-AF90-8C1BDAA6978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ED86884-1906-4E8A-B1BE-7A10521F6E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B0B879-D99B-436E-9892-261061F839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0C4DA-C7B8-4A22-9C82-0DEE3AFE6205}" type="datetimeFigureOut">
              <a:rPr lang="en-US" smtClean="0"/>
              <a:t>3/10/2021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172F33-DB5D-4710-8807-C9BA7AA35F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E3DDE8-862E-4502-A2E0-62CF9A03D1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E4D9F1-A54F-4BE7-B7B8-BF85E91827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27882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7548531-70DD-44D5-A217-D0A44C833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A72F3D-E91E-4D20-88B6-7E02937932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9AE02D-00EE-41FD-B6F1-9FB0B007CE8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00C4DA-C7B8-4A22-9C82-0DEE3AFE6205}" type="datetimeFigureOut">
              <a:rPr lang="en-US" smtClean="0"/>
              <a:t>3/10/2021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995A3B-6C7A-4140-BAA4-045FD78DEA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5DE5E0-83EF-4596-8082-46052F35DA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E4D9F1-A54F-4BE7-B7B8-BF85E91827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98009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5BD3755-69D2-4B07-B00A-B2D169D5E374}"/>
              </a:ext>
            </a:extLst>
          </p:cNvPr>
          <p:cNvSpPr/>
          <p:nvPr/>
        </p:nvSpPr>
        <p:spPr>
          <a:xfrm>
            <a:off x="2902998" y="1269507"/>
            <a:ext cx="3600000" cy="3600000"/>
          </a:xfrm>
          <a:prstGeom prst="rect">
            <a:avLst/>
          </a:prstGeom>
          <a:solidFill>
            <a:srgbClr val="FFA5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239C21E-B8E3-4F72-BAF7-C17B1FBC3E0B}"/>
              </a:ext>
            </a:extLst>
          </p:cNvPr>
          <p:cNvSpPr/>
          <p:nvPr/>
        </p:nvSpPr>
        <p:spPr>
          <a:xfrm rot="19020938">
            <a:off x="2815227" y="2297821"/>
            <a:ext cx="2264933" cy="2357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13104D4-B8CC-41F1-9D52-826D75AD8289}"/>
              </a:ext>
            </a:extLst>
          </p:cNvPr>
          <p:cNvSpPr/>
          <p:nvPr/>
        </p:nvSpPr>
        <p:spPr>
          <a:xfrm rot="2580166">
            <a:off x="4323274" y="2297862"/>
            <a:ext cx="2264933" cy="2336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B41937F-6F47-4FA9-96A9-1B32B265F651}"/>
              </a:ext>
            </a:extLst>
          </p:cNvPr>
          <p:cNvSpPr/>
          <p:nvPr/>
        </p:nvSpPr>
        <p:spPr>
          <a:xfrm rot="5400000">
            <a:off x="4360209" y="3630145"/>
            <a:ext cx="1360719" cy="23073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AFC9D74-7ACF-4CC2-98D4-204E26A4145B}"/>
              </a:ext>
            </a:extLst>
          </p:cNvPr>
          <p:cNvSpPr/>
          <p:nvPr/>
        </p:nvSpPr>
        <p:spPr>
          <a:xfrm rot="5400000">
            <a:off x="3686371" y="3632322"/>
            <a:ext cx="1356357" cy="23073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273FEE8-996A-44C8-8DDC-A3EF76863E19}"/>
              </a:ext>
            </a:extLst>
          </p:cNvPr>
          <p:cNvSpPr/>
          <p:nvPr/>
        </p:nvSpPr>
        <p:spPr>
          <a:xfrm>
            <a:off x="4249186" y="3063241"/>
            <a:ext cx="906748" cy="23746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D499E8F-98EC-4639-BFD2-52FAB5D33189}"/>
              </a:ext>
            </a:extLst>
          </p:cNvPr>
          <p:cNvSpPr/>
          <p:nvPr/>
        </p:nvSpPr>
        <p:spPr>
          <a:xfrm rot="5400000">
            <a:off x="5168301" y="3537338"/>
            <a:ext cx="1546330" cy="23073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E66DA9D-96E8-498E-8E20-A5A818696BC8}"/>
              </a:ext>
            </a:extLst>
          </p:cNvPr>
          <p:cNvSpPr/>
          <p:nvPr/>
        </p:nvSpPr>
        <p:spPr>
          <a:xfrm rot="5400000">
            <a:off x="2689609" y="3537336"/>
            <a:ext cx="1546330" cy="23073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81164D9-D2E7-4AB4-98B6-478D16514061}"/>
              </a:ext>
            </a:extLst>
          </p:cNvPr>
          <p:cNvSpPr/>
          <p:nvPr/>
        </p:nvSpPr>
        <p:spPr>
          <a:xfrm>
            <a:off x="3528944" y="4188398"/>
            <a:ext cx="906748" cy="23746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59640A1-B196-4136-AF40-82AC30907E3A}"/>
              </a:ext>
            </a:extLst>
          </p:cNvPr>
          <p:cNvSpPr/>
          <p:nvPr/>
        </p:nvSpPr>
        <p:spPr>
          <a:xfrm>
            <a:off x="5065932" y="4188398"/>
            <a:ext cx="906748" cy="23746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FC0700EE-4DA0-48AE-8CCE-6816A46FD5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8677" y="1963670"/>
            <a:ext cx="371475" cy="438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78721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FA9DC2D7-5BD0-457F-AC08-F09C5BBE93CE}"/>
              </a:ext>
            </a:extLst>
          </p:cNvPr>
          <p:cNvSpPr/>
          <p:nvPr/>
        </p:nvSpPr>
        <p:spPr>
          <a:xfrm>
            <a:off x="2423160" y="1407160"/>
            <a:ext cx="2042160" cy="119888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58B9C52F-5C05-47A5-8206-20498C3FF2C5}"/>
              </a:ext>
            </a:extLst>
          </p:cNvPr>
          <p:cNvGrpSpPr/>
          <p:nvPr/>
        </p:nvGrpSpPr>
        <p:grpSpPr>
          <a:xfrm>
            <a:off x="4965726" y="895139"/>
            <a:ext cx="3600000" cy="3600000"/>
            <a:chOff x="3062796" y="1358282"/>
            <a:chExt cx="3600000" cy="3599999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5B5B9D85-C0EB-4D55-BA66-E8525291A2FD}"/>
                </a:ext>
              </a:extLst>
            </p:cNvPr>
            <p:cNvSpPr/>
            <p:nvPr/>
          </p:nvSpPr>
          <p:spPr>
            <a:xfrm>
              <a:off x="3062796" y="1358282"/>
              <a:ext cx="3600000" cy="3599999"/>
            </a:xfrm>
            <a:prstGeom prst="rect">
              <a:avLst/>
            </a:prstGeom>
            <a:solidFill>
              <a:srgbClr val="FFA500"/>
            </a:solidFill>
            <a:ln>
              <a:solidFill>
                <a:srgbClr val="FFA5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29239680-5AD2-48C3-80F9-2F2B8C9AEAEA}"/>
                </a:ext>
              </a:extLst>
            </p:cNvPr>
            <p:cNvSpPr/>
            <p:nvPr/>
          </p:nvSpPr>
          <p:spPr>
            <a:xfrm>
              <a:off x="3693559" y="1825496"/>
              <a:ext cx="2338474" cy="2665571"/>
            </a:xfrm>
            <a:prstGeom prst="roundRect">
              <a:avLst>
                <a:gd name="adj" fmla="val 22741"/>
              </a:avLst>
            </a:prstGeom>
            <a:noFill/>
            <a:ln w="12700" cmpd="sng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7427C93F-DA85-4759-9161-39B465E54CF4}"/>
                </a:ext>
              </a:extLst>
            </p:cNvPr>
            <p:cNvSpPr/>
            <p:nvPr/>
          </p:nvSpPr>
          <p:spPr>
            <a:xfrm>
              <a:off x="4212856" y="2364611"/>
              <a:ext cx="1299879" cy="130939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FFCDF59A-38FA-4F1D-AA82-840501CE7730}"/>
                </a:ext>
              </a:extLst>
            </p:cNvPr>
            <p:cNvSpPr/>
            <p:nvPr/>
          </p:nvSpPr>
          <p:spPr>
            <a:xfrm>
              <a:off x="4212856" y="2831825"/>
              <a:ext cx="1299879" cy="130939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19C1FF9C-4A5A-430A-A5DB-A1B27AF54372}"/>
                </a:ext>
              </a:extLst>
            </p:cNvPr>
            <p:cNvSpPr/>
            <p:nvPr/>
          </p:nvSpPr>
          <p:spPr>
            <a:xfrm>
              <a:off x="4212856" y="3298061"/>
              <a:ext cx="1299879" cy="130939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56C46BD6-09AA-45F0-9227-188EFA89E7F1}"/>
                </a:ext>
              </a:extLst>
            </p:cNvPr>
            <p:cNvSpPr/>
            <p:nvPr/>
          </p:nvSpPr>
          <p:spPr>
            <a:xfrm>
              <a:off x="4212855" y="3764297"/>
              <a:ext cx="1299879" cy="130939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8553437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4608DAA-8F82-417E-97F1-ED304F48A38A}"/>
              </a:ext>
            </a:extLst>
          </p:cNvPr>
          <p:cNvSpPr/>
          <p:nvPr/>
        </p:nvSpPr>
        <p:spPr>
          <a:xfrm>
            <a:off x="4296000" y="1393792"/>
            <a:ext cx="3600000" cy="3600000"/>
          </a:xfrm>
          <a:prstGeom prst="rect">
            <a:avLst/>
          </a:prstGeom>
          <a:noFill/>
          <a:ln>
            <a:solidFill>
              <a:srgbClr val="FFA5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02749F8F-632E-48B2-AD49-579441A5D93E}"/>
              </a:ext>
            </a:extLst>
          </p:cNvPr>
          <p:cNvSpPr/>
          <p:nvPr/>
        </p:nvSpPr>
        <p:spPr>
          <a:xfrm>
            <a:off x="4564200" y="1694392"/>
            <a:ext cx="3063600" cy="799200"/>
          </a:xfrm>
          <a:prstGeom prst="roundRect">
            <a:avLst/>
          </a:prstGeom>
          <a:solidFill>
            <a:srgbClr val="FFA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BF112112-D704-43EB-8914-B06BAE72515C}"/>
              </a:ext>
            </a:extLst>
          </p:cNvPr>
          <p:cNvSpPr/>
          <p:nvPr/>
        </p:nvSpPr>
        <p:spPr>
          <a:xfrm>
            <a:off x="4564200" y="2794192"/>
            <a:ext cx="3063600" cy="799200"/>
          </a:xfrm>
          <a:prstGeom prst="roundRect">
            <a:avLst/>
          </a:prstGeom>
          <a:solidFill>
            <a:srgbClr val="FFA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A2E5E80-40D7-44A4-A6F7-ED9ECC65AC08}"/>
              </a:ext>
            </a:extLst>
          </p:cNvPr>
          <p:cNvSpPr/>
          <p:nvPr/>
        </p:nvSpPr>
        <p:spPr>
          <a:xfrm>
            <a:off x="4500175" y="1702131"/>
            <a:ext cx="3063600" cy="799200"/>
          </a:xfrm>
          <a:prstGeom prst="roundRect">
            <a:avLst/>
          </a:prstGeom>
          <a:solidFill>
            <a:srgbClr val="FFA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4C99CDBF-134B-4137-ACEB-A700EBE85585}"/>
              </a:ext>
            </a:extLst>
          </p:cNvPr>
          <p:cNvSpPr/>
          <p:nvPr/>
        </p:nvSpPr>
        <p:spPr>
          <a:xfrm>
            <a:off x="4564200" y="3886253"/>
            <a:ext cx="3063600" cy="799200"/>
          </a:xfrm>
          <a:prstGeom prst="roundRect">
            <a:avLst/>
          </a:prstGeom>
          <a:solidFill>
            <a:srgbClr val="FFA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74731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45DCEE9-4AB0-4E22-A6B7-062AA89DED99}"/>
              </a:ext>
            </a:extLst>
          </p:cNvPr>
          <p:cNvSpPr/>
          <p:nvPr/>
        </p:nvSpPr>
        <p:spPr>
          <a:xfrm>
            <a:off x="3622090" y="2401409"/>
            <a:ext cx="762000" cy="152400"/>
          </a:xfrm>
          <a:prstGeom prst="rect">
            <a:avLst/>
          </a:prstGeom>
          <a:solidFill>
            <a:srgbClr val="FFA500"/>
          </a:solidFill>
          <a:ln>
            <a:solidFill>
              <a:srgbClr val="FFA5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EDC55A6E-2932-41A7-AE7D-F34B60BD798C}"/>
              </a:ext>
            </a:extLst>
          </p:cNvPr>
          <p:cNvSpPr/>
          <p:nvPr/>
        </p:nvSpPr>
        <p:spPr>
          <a:xfrm>
            <a:off x="3964990" y="2439509"/>
            <a:ext cx="76200" cy="762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757EFE42-9C03-4C38-82B8-4CE773D95134}"/>
              </a:ext>
            </a:extLst>
          </p:cNvPr>
          <p:cNvSpPr/>
          <p:nvPr/>
        </p:nvSpPr>
        <p:spPr>
          <a:xfrm>
            <a:off x="4174540" y="2439509"/>
            <a:ext cx="76200" cy="762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95E72654-900A-4B96-A592-A5C0C94A8F5C}"/>
              </a:ext>
            </a:extLst>
          </p:cNvPr>
          <p:cNvSpPr/>
          <p:nvPr/>
        </p:nvSpPr>
        <p:spPr>
          <a:xfrm>
            <a:off x="3755440" y="2439509"/>
            <a:ext cx="76200" cy="762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Icon&#10;&#10;Description automatically generated">
            <a:extLst>
              <a:ext uri="{FF2B5EF4-FFF2-40B4-BE49-F238E27FC236}">
                <a16:creationId xmlns:a16="http://schemas.microsoft.com/office/drawing/2014/main" id="{68B1F76E-709A-439A-B33A-2E9C4FA516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0000" y="313662"/>
            <a:ext cx="762000" cy="163689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558D0DC5-86FE-4EF3-A3B3-58EC9D4E0C78}"/>
              </a:ext>
            </a:extLst>
          </p:cNvPr>
          <p:cNvSpPr/>
          <p:nvPr/>
        </p:nvSpPr>
        <p:spPr>
          <a:xfrm>
            <a:off x="4775152" y="2496820"/>
            <a:ext cx="2286000" cy="685800"/>
          </a:xfrm>
          <a:prstGeom prst="rect">
            <a:avLst/>
          </a:prstGeom>
          <a:solidFill>
            <a:srgbClr val="FFA5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E87C9C71-B395-42BD-95C2-A821B2CF1402}"/>
              </a:ext>
            </a:extLst>
          </p:cNvPr>
          <p:cNvSpPr/>
          <p:nvPr/>
        </p:nvSpPr>
        <p:spPr>
          <a:xfrm>
            <a:off x="5803852" y="2725420"/>
            <a:ext cx="228600" cy="228600"/>
          </a:xfrm>
          <a:prstGeom prst="ellipse">
            <a:avLst/>
          </a:prstGeom>
          <a:solidFill>
            <a:srgbClr val="FFFF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5BD69DED-1E25-45AF-8228-A96F1B795CBC}"/>
              </a:ext>
            </a:extLst>
          </p:cNvPr>
          <p:cNvSpPr/>
          <p:nvPr/>
        </p:nvSpPr>
        <p:spPr>
          <a:xfrm>
            <a:off x="5175202" y="2725420"/>
            <a:ext cx="228600" cy="228600"/>
          </a:xfrm>
          <a:prstGeom prst="ellipse">
            <a:avLst/>
          </a:prstGeom>
          <a:solidFill>
            <a:srgbClr val="FFFF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6F58DB65-2633-4B9C-9E56-A8ADC4F80D20}"/>
              </a:ext>
            </a:extLst>
          </p:cNvPr>
          <p:cNvSpPr/>
          <p:nvPr/>
        </p:nvSpPr>
        <p:spPr>
          <a:xfrm>
            <a:off x="6432502" y="2725420"/>
            <a:ext cx="228600" cy="228600"/>
          </a:xfrm>
          <a:prstGeom prst="ellipse">
            <a:avLst/>
          </a:prstGeom>
          <a:solidFill>
            <a:srgbClr val="FFFF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027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DF1FDA6C-5388-415E-A2A6-60F0F6B8E748}"/>
              </a:ext>
            </a:extLst>
          </p:cNvPr>
          <p:cNvGrpSpPr/>
          <p:nvPr/>
        </p:nvGrpSpPr>
        <p:grpSpPr>
          <a:xfrm>
            <a:off x="3771900" y="1676400"/>
            <a:ext cx="1524000" cy="1524000"/>
            <a:chOff x="3771900" y="1676400"/>
            <a:chExt cx="1524000" cy="152400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26B51191-7FCE-424D-A045-E7022F0EB1B6}"/>
                </a:ext>
              </a:extLst>
            </p:cNvPr>
            <p:cNvSpPr/>
            <p:nvPr/>
          </p:nvSpPr>
          <p:spPr>
            <a:xfrm>
              <a:off x="3771900" y="1676400"/>
              <a:ext cx="1524000" cy="1524000"/>
            </a:xfrm>
            <a:prstGeom prst="rect">
              <a:avLst/>
            </a:prstGeom>
            <a:solidFill>
              <a:srgbClr val="FFA500"/>
            </a:solidFill>
            <a:ln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Arrow: Down 4">
              <a:extLst>
                <a:ext uri="{FF2B5EF4-FFF2-40B4-BE49-F238E27FC236}">
                  <a16:creationId xmlns:a16="http://schemas.microsoft.com/office/drawing/2014/main" id="{626F931C-9085-4342-BE90-73BE4632D254}"/>
                </a:ext>
              </a:extLst>
            </p:cNvPr>
            <p:cNvSpPr/>
            <p:nvPr/>
          </p:nvSpPr>
          <p:spPr>
            <a:xfrm>
              <a:off x="4000500" y="1800225"/>
              <a:ext cx="1038225" cy="1276350"/>
            </a:xfrm>
            <a:prstGeom prst="downArrow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7331003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360</TotalTime>
  <Words>0</Words>
  <Application>Microsoft Office PowerPoint</Application>
  <PresentationFormat>Widescreen</PresentationFormat>
  <Paragraphs>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Matthew David</dc:creator>
  <cp:lastModifiedBy>Matthew David</cp:lastModifiedBy>
  <cp:revision>14</cp:revision>
  <dcterms:created xsi:type="dcterms:W3CDTF">2021-03-06T11:14:42Z</dcterms:created>
  <dcterms:modified xsi:type="dcterms:W3CDTF">2021-03-10T10:32:37Z</dcterms:modified>
</cp:coreProperties>
</file>