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A500"/>
    <a:srgbClr val="FFFFFF"/>
    <a:srgbClr val="FF99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150" d="100"/>
          <a:sy n="150" d="100"/>
        </p:scale>
        <p:origin x="-1344" y="-9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85972-9179-4C3F-A02C-FFB0BD5330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0CFBA2-D60E-4135-AB73-421073F57E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14CF37-1F1F-457A-9481-EB0785053D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C4DA-C7B8-4A22-9C82-0DEE3AFE6205}" type="datetimeFigureOut">
              <a:rPr lang="en-US" smtClean="0"/>
              <a:t>3/6/2021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B0FCB6-472D-4E05-8447-312921A25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6F923A-CADD-45B8-91B6-A010E8BD7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72090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71161-BEA9-4497-A016-0A8411DB1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E9D493-3525-465D-B25A-62E2208E01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2ED0C3-BDD9-4A1A-BD17-C66BAECC9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C4DA-C7B8-4A22-9C82-0DEE3AFE6205}" type="datetimeFigureOut">
              <a:rPr lang="en-US" smtClean="0"/>
              <a:t>3/6/2021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B53F15-1123-4E32-984D-AB3F924DAE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CD375A-AE03-49D6-8FF6-E9BF54F69B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42592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B32F1-3786-4835-A768-485577ECF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A6B219-D7C0-4FEA-B069-30E4765468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1AE9C6-CE92-4D27-8BF1-3BDCFDCD5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C4DA-C7B8-4A22-9C82-0DEE3AFE6205}" type="datetimeFigureOut">
              <a:rPr lang="en-US" smtClean="0"/>
              <a:t>3/6/2021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FCAC99-0042-48D7-B9E0-65ED7F5B79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7E423-6EE9-43F6-97A0-2F2A73DCE8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92825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BEB6EC-136B-4555-B57E-7CF4B9EC3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D4A416-2EB6-403B-856F-F6AE01B30F2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9F1ADD-7F0C-428E-9212-CE6A3FADF0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C169DD-DC7E-4C13-BD56-7AF952343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C4DA-C7B8-4A22-9C82-0DEE3AFE6205}" type="datetimeFigureOut">
              <a:rPr lang="en-US" smtClean="0"/>
              <a:t>3/6/2021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54E648-CCA4-4689-879C-A10255895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AB1B2D-F234-4D2A-93D3-CB028144E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94549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B0B28-0210-478A-80C8-2B53AD7468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8E0D2D-AC55-4F15-B2D3-8AD05679FB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F138C3-853E-4AEE-ABFC-1E30648CFC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F98990-68BA-4958-9CC0-5E4A9BF8E9B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8B93A7-5120-4B96-8F2B-AA1B4C7260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51FA9BA-D57D-4CA3-82EA-D6949333E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C4DA-C7B8-4A22-9C82-0DEE3AFE6205}" type="datetimeFigureOut">
              <a:rPr lang="en-US" smtClean="0"/>
              <a:t>3/6/2021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5F4D156-10E2-4452-ABF6-8A6918692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A603728-6804-4A6F-9311-B0AC5F471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4449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8E230-6821-43E5-B4BC-B7EE46398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DAFA20-AA22-480B-A8D4-415A941D27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C4DA-C7B8-4A22-9C82-0DEE3AFE6205}" type="datetimeFigureOut">
              <a:rPr lang="en-US" smtClean="0"/>
              <a:t>3/6/2021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A506C4-FA4F-4B24-A824-782D11427B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E3BE77-5A95-4518-B0CD-2FBD5B8C8B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1618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837AC7A-B6F7-4CBE-B845-A2AE5DCE8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C4DA-C7B8-4A22-9C82-0DEE3AFE6205}" type="datetimeFigureOut">
              <a:rPr lang="en-US" smtClean="0"/>
              <a:t>3/6/2021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C32DDA5-5A7A-45FD-9114-C189A6E624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C1BBDA-2108-4A32-A6B6-305AD4886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591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911B5-C00D-4561-9307-B7C8411BC3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C7FA79-13F1-4B35-A015-AA67BBA4E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EC45DA-B1E4-4125-B6FD-437C90451C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2F83A1-D473-4DA4-89DC-6649528BF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C4DA-C7B8-4A22-9C82-0DEE3AFE6205}" type="datetimeFigureOut">
              <a:rPr lang="en-US" smtClean="0"/>
              <a:t>3/6/2021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6678CC-D6A2-43D9-947A-28BEA8ACC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7813AB-B9B5-4384-87AE-2CBB17ABD1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530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7D44A7-001A-4A75-B0F7-29EEA90BF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FD5126D-EDED-4AA3-A2B2-FC521A99982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8CED11-F53D-43BC-83E1-CDE2CB001A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782764-0AE1-4B8E-B5CD-D5AF3977CF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C4DA-C7B8-4A22-9C82-0DEE3AFE6205}" type="datetimeFigureOut">
              <a:rPr lang="en-US" smtClean="0"/>
              <a:t>3/6/2021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5513BF-E7F1-4CE0-ABBD-2FD54A9EB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C7B903-6D40-4BE6-9467-C675A3E5E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5845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266AD-C4F9-495D-B131-5D35B322A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64412B-4700-432B-B491-93032EF1C6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ECF1EE-320B-494E-AAEA-81BAE26058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C4DA-C7B8-4A22-9C82-0DEE3AFE6205}" type="datetimeFigureOut">
              <a:rPr lang="en-US" smtClean="0"/>
              <a:t>3/6/2021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477515-3DCA-4F6F-A987-D5E57CBF1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B3D6F8-E04F-40D7-804C-5ACD2E1E1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13308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729F022-AD9D-4EE9-AF90-8C1BDAA697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D86884-1906-4E8A-B1BE-7A10521F6E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B0B879-D99B-436E-9892-261061F83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C4DA-C7B8-4A22-9C82-0DEE3AFE6205}" type="datetimeFigureOut">
              <a:rPr lang="en-US" smtClean="0"/>
              <a:t>3/6/2021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172F33-DB5D-4710-8807-C9BA7AA35F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E3DDE8-862E-4502-A2E0-62CF9A03D1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788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7548531-70DD-44D5-A217-D0A44C833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A72F3D-E91E-4D20-88B6-7E02937932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9AE02D-00EE-41FD-B6F1-9FB0B007CE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00C4DA-C7B8-4A22-9C82-0DEE3AFE6205}" type="datetimeFigureOut">
              <a:rPr lang="en-US" smtClean="0"/>
              <a:t>3/6/2021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995A3B-6C7A-4140-BAA4-045FD78DE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5DE5E0-83EF-4596-8082-46052F35DA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8009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5BD3755-69D2-4B07-B00A-B2D169D5E374}"/>
              </a:ext>
            </a:extLst>
          </p:cNvPr>
          <p:cNvSpPr/>
          <p:nvPr/>
        </p:nvSpPr>
        <p:spPr>
          <a:xfrm>
            <a:off x="2902998" y="1269507"/>
            <a:ext cx="3600000" cy="3600000"/>
          </a:xfrm>
          <a:prstGeom prst="rect">
            <a:avLst/>
          </a:prstGeom>
          <a:solidFill>
            <a:srgbClr val="FFA5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239C21E-B8E3-4F72-BAF7-C17B1FBC3E0B}"/>
              </a:ext>
            </a:extLst>
          </p:cNvPr>
          <p:cNvSpPr/>
          <p:nvPr/>
        </p:nvSpPr>
        <p:spPr>
          <a:xfrm rot="19020938">
            <a:off x="2815227" y="2297821"/>
            <a:ext cx="2264933" cy="2357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13104D4-B8CC-41F1-9D52-826D75AD8289}"/>
              </a:ext>
            </a:extLst>
          </p:cNvPr>
          <p:cNvSpPr/>
          <p:nvPr/>
        </p:nvSpPr>
        <p:spPr>
          <a:xfrm rot="2580166">
            <a:off x="4323274" y="2297862"/>
            <a:ext cx="2264933" cy="2336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B41937F-6F47-4FA9-96A9-1B32B265F651}"/>
              </a:ext>
            </a:extLst>
          </p:cNvPr>
          <p:cNvSpPr/>
          <p:nvPr/>
        </p:nvSpPr>
        <p:spPr>
          <a:xfrm rot="5400000">
            <a:off x="4360209" y="3630145"/>
            <a:ext cx="1360719" cy="2307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AFC9D74-7ACF-4CC2-98D4-204E26A4145B}"/>
              </a:ext>
            </a:extLst>
          </p:cNvPr>
          <p:cNvSpPr/>
          <p:nvPr/>
        </p:nvSpPr>
        <p:spPr>
          <a:xfrm rot="5400000">
            <a:off x="3686371" y="3632322"/>
            <a:ext cx="1356357" cy="2307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273FEE8-996A-44C8-8DDC-A3EF76863E19}"/>
              </a:ext>
            </a:extLst>
          </p:cNvPr>
          <p:cNvSpPr/>
          <p:nvPr/>
        </p:nvSpPr>
        <p:spPr>
          <a:xfrm>
            <a:off x="4249186" y="3063241"/>
            <a:ext cx="906748" cy="2374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D499E8F-98EC-4639-BFD2-52FAB5D33189}"/>
              </a:ext>
            </a:extLst>
          </p:cNvPr>
          <p:cNvSpPr/>
          <p:nvPr/>
        </p:nvSpPr>
        <p:spPr>
          <a:xfrm rot="5400000">
            <a:off x="5168301" y="3537338"/>
            <a:ext cx="1546330" cy="2307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E66DA9D-96E8-498E-8E20-A5A818696BC8}"/>
              </a:ext>
            </a:extLst>
          </p:cNvPr>
          <p:cNvSpPr/>
          <p:nvPr/>
        </p:nvSpPr>
        <p:spPr>
          <a:xfrm rot="5400000">
            <a:off x="2689609" y="3537336"/>
            <a:ext cx="1546330" cy="2307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81164D9-D2E7-4AB4-98B6-478D16514061}"/>
              </a:ext>
            </a:extLst>
          </p:cNvPr>
          <p:cNvSpPr/>
          <p:nvPr/>
        </p:nvSpPr>
        <p:spPr>
          <a:xfrm>
            <a:off x="3528944" y="4188398"/>
            <a:ext cx="906748" cy="2374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59640A1-B196-4136-AF40-82AC30907E3A}"/>
              </a:ext>
            </a:extLst>
          </p:cNvPr>
          <p:cNvSpPr/>
          <p:nvPr/>
        </p:nvSpPr>
        <p:spPr>
          <a:xfrm>
            <a:off x="5065932" y="4188398"/>
            <a:ext cx="906748" cy="2374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C0700EE-4DA0-48AE-8CCE-6816A46FD5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8677" y="1963670"/>
            <a:ext cx="371475" cy="438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78721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FA9DC2D7-5BD0-457F-AC08-F09C5BBE93CE}"/>
              </a:ext>
            </a:extLst>
          </p:cNvPr>
          <p:cNvSpPr/>
          <p:nvPr/>
        </p:nvSpPr>
        <p:spPr>
          <a:xfrm>
            <a:off x="2423160" y="1407160"/>
            <a:ext cx="2042160" cy="119888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8B9C52F-5C05-47A5-8206-20498C3FF2C5}"/>
              </a:ext>
            </a:extLst>
          </p:cNvPr>
          <p:cNvGrpSpPr/>
          <p:nvPr/>
        </p:nvGrpSpPr>
        <p:grpSpPr>
          <a:xfrm>
            <a:off x="3484436" y="1727200"/>
            <a:ext cx="152400" cy="152400"/>
            <a:chOff x="3062796" y="1358282"/>
            <a:chExt cx="3600000" cy="3600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B5B9D85-C0EB-4D55-BA66-E8525291A2FD}"/>
                </a:ext>
              </a:extLst>
            </p:cNvPr>
            <p:cNvSpPr/>
            <p:nvPr/>
          </p:nvSpPr>
          <p:spPr>
            <a:xfrm>
              <a:off x="3062796" y="1358282"/>
              <a:ext cx="3600000" cy="3600000"/>
            </a:xfrm>
            <a:prstGeom prst="rect">
              <a:avLst/>
            </a:prstGeom>
            <a:solidFill>
              <a:srgbClr val="FFA500"/>
            </a:solidFill>
            <a:ln>
              <a:solidFill>
                <a:srgbClr val="FFA5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9239680-5AD2-48C3-80F9-2F2B8C9AEAEA}"/>
                </a:ext>
              </a:extLst>
            </p:cNvPr>
            <p:cNvSpPr/>
            <p:nvPr/>
          </p:nvSpPr>
          <p:spPr>
            <a:xfrm>
              <a:off x="3693559" y="1825496"/>
              <a:ext cx="2338474" cy="2665571"/>
            </a:xfrm>
            <a:prstGeom prst="roundRect">
              <a:avLst>
                <a:gd name="adj" fmla="val 22741"/>
              </a:avLst>
            </a:prstGeom>
            <a:noFill/>
            <a:ln w="12700" cmpd="sng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7427C93F-DA85-4759-9161-39B465E54CF4}"/>
                </a:ext>
              </a:extLst>
            </p:cNvPr>
            <p:cNvSpPr/>
            <p:nvPr/>
          </p:nvSpPr>
          <p:spPr>
            <a:xfrm>
              <a:off x="4212856" y="2364611"/>
              <a:ext cx="1299879" cy="13093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FFCDF59A-38FA-4F1D-AA82-840501CE7730}"/>
                </a:ext>
              </a:extLst>
            </p:cNvPr>
            <p:cNvSpPr/>
            <p:nvPr/>
          </p:nvSpPr>
          <p:spPr>
            <a:xfrm>
              <a:off x="4212856" y="2831825"/>
              <a:ext cx="1299879" cy="13093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19C1FF9C-4A5A-430A-A5DB-A1B27AF54372}"/>
                </a:ext>
              </a:extLst>
            </p:cNvPr>
            <p:cNvSpPr/>
            <p:nvPr/>
          </p:nvSpPr>
          <p:spPr>
            <a:xfrm>
              <a:off x="4212856" y="3298061"/>
              <a:ext cx="1299879" cy="13093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56C46BD6-09AA-45F0-9227-188EFA89E7F1}"/>
                </a:ext>
              </a:extLst>
            </p:cNvPr>
            <p:cNvSpPr/>
            <p:nvPr/>
          </p:nvSpPr>
          <p:spPr>
            <a:xfrm>
              <a:off x="4212855" y="3764297"/>
              <a:ext cx="1299879" cy="13093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553437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</TotalTime>
  <Words>0</Words>
  <Application>Microsoft Office PowerPoint</Application>
  <PresentationFormat>Widescreen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Matthew David</dc:creator>
  <cp:lastModifiedBy>Matthew David</cp:lastModifiedBy>
  <cp:revision>6</cp:revision>
  <dcterms:created xsi:type="dcterms:W3CDTF">2021-03-06T11:14:42Z</dcterms:created>
  <dcterms:modified xsi:type="dcterms:W3CDTF">2021-03-06T13:46:08Z</dcterms:modified>
</cp:coreProperties>
</file>