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FFFF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5972-9179-4C3F-A02C-FFB0BD533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0CFBA2-D60E-4135-AB73-421073F57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4CF37-1F1F-457A-9481-EB078505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FCB6-472D-4E05-8447-312921A2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923A-CADD-45B8-91B6-A010E8BD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09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1161-BEA9-4497-A016-0A8411D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D493-3525-465D-B25A-62E2208E0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ED0C3-BDD9-4A1A-BD17-C66BAECC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53F15-1123-4E32-984D-AB3F924D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D375A-AE03-49D6-8FF6-E9BF54F6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259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32F1-3786-4835-A768-485577EC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6B219-D7C0-4FEA-B069-30E476546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AE9C6-CE92-4D27-8BF1-3BDCFDCD5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CAC99-0042-48D7-B9E0-65ED7F5B7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E423-6EE9-43F6-97A0-2F2A73DC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8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B6EC-136B-4555-B57E-7CF4B9EC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A416-2EB6-403B-856F-F6AE01B30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F1ADD-7F0C-428E-9212-CE6A3FA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169DD-DC7E-4C13-BD56-7AF95234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4E648-CCA4-4689-879C-A1025589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B1B2D-F234-4D2A-93D3-CB028144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54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B0B28-0210-478A-80C8-2B53AD74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E0D2D-AC55-4F15-B2D3-8AD05679F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138C3-853E-4AEE-ABFC-1E30648CF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98990-68BA-4958-9CC0-5E4A9BF8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B93A7-5120-4B96-8F2B-AA1B4C726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1FA9BA-D57D-4CA3-82EA-D694933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4D156-10E2-4452-ABF6-8A691869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3728-6804-4A6F-9311-B0AC5F47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4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E230-6821-43E5-B4BC-B7EE4639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AFA20-AA22-480B-A8D4-415A941D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506C4-FA4F-4B24-A824-782D114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3BE77-5A95-4518-B0CD-2FBD5B8C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61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7AC7A-B6F7-4CBE-B845-A2AE5DCE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2DDA5-5A7A-45FD-9114-C189A6E6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1BBDA-2108-4A32-A6B6-305AD48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9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911B5-C00D-4561-9307-B7C8411B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FA79-13F1-4B35-A015-AA67BBA4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45DA-B1E4-4125-B6FD-437C90451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F83A1-D473-4DA4-89DC-6649528B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678CC-D6A2-43D9-947A-28BEA8AC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813AB-B9B5-4384-87AE-2CBB17AB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3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44A7-001A-4A75-B0F7-29EEA90BF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5126D-EDED-4AA3-A2B2-FC521A999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CED11-F53D-43BC-83E1-CDE2CB001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82764-0AE1-4B8E-B5CD-D5AF3977C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513BF-E7F1-4CE0-ABBD-2FD54A9E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7B903-6D40-4BE6-9467-C675A3E5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8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66AD-C4F9-495D-B131-5D35B322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4412B-4700-432B-B491-93032EF1C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CF1EE-320B-494E-AAEA-81BAE260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77515-3DCA-4F6F-A987-D5E57CBF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6F8-E04F-40D7-804C-5ACD2E1E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9F022-AD9D-4EE9-AF90-8C1BDAA69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86884-1906-4E8A-B1BE-7A10521F6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0B879-D99B-436E-9892-261061F8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72F33-DB5D-4710-8807-C9BA7AA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3DDE8-862E-4502-A2E0-62CF9A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548531-70DD-44D5-A217-D0A44C8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72F3D-E91E-4D20-88B6-7E0293793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AE02D-00EE-41FD-B6F1-9FB0B007C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95A3B-6C7A-4140-BAA4-045FD78DE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DE5E0-83EF-4596-8082-46052F35D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0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BD3755-69D2-4B07-B00A-B2D169D5E374}"/>
              </a:ext>
            </a:extLst>
          </p:cNvPr>
          <p:cNvSpPr/>
          <p:nvPr/>
        </p:nvSpPr>
        <p:spPr>
          <a:xfrm>
            <a:off x="2902998" y="1269507"/>
            <a:ext cx="3600000" cy="36000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39C21E-B8E3-4F72-BAF7-C17B1FBC3E0B}"/>
              </a:ext>
            </a:extLst>
          </p:cNvPr>
          <p:cNvSpPr/>
          <p:nvPr/>
        </p:nvSpPr>
        <p:spPr>
          <a:xfrm rot="19020938">
            <a:off x="2815227" y="2297821"/>
            <a:ext cx="2264933" cy="2357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104D4-B8CC-41F1-9D52-826D75AD8289}"/>
              </a:ext>
            </a:extLst>
          </p:cNvPr>
          <p:cNvSpPr/>
          <p:nvPr/>
        </p:nvSpPr>
        <p:spPr>
          <a:xfrm rot="2580166">
            <a:off x="4323274" y="2297862"/>
            <a:ext cx="2264933" cy="23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1937F-6F47-4FA9-96A9-1B32B265F651}"/>
              </a:ext>
            </a:extLst>
          </p:cNvPr>
          <p:cNvSpPr/>
          <p:nvPr/>
        </p:nvSpPr>
        <p:spPr>
          <a:xfrm rot="5400000">
            <a:off x="4360209" y="3630145"/>
            <a:ext cx="1360719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FC9D74-7ACF-4CC2-98D4-204E26A4145B}"/>
              </a:ext>
            </a:extLst>
          </p:cNvPr>
          <p:cNvSpPr/>
          <p:nvPr/>
        </p:nvSpPr>
        <p:spPr>
          <a:xfrm rot="5400000">
            <a:off x="3686371" y="3632322"/>
            <a:ext cx="1356357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73FEE8-996A-44C8-8DDC-A3EF76863E19}"/>
              </a:ext>
            </a:extLst>
          </p:cNvPr>
          <p:cNvSpPr/>
          <p:nvPr/>
        </p:nvSpPr>
        <p:spPr>
          <a:xfrm>
            <a:off x="4249186" y="3063241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499E8F-98EC-4639-BFD2-52FAB5D33189}"/>
              </a:ext>
            </a:extLst>
          </p:cNvPr>
          <p:cNvSpPr/>
          <p:nvPr/>
        </p:nvSpPr>
        <p:spPr>
          <a:xfrm rot="5400000">
            <a:off x="5168301" y="3537338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6DA9D-96E8-498E-8E20-A5A818696BC8}"/>
              </a:ext>
            </a:extLst>
          </p:cNvPr>
          <p:cNvSpPr/>
          <p:nvPr/>
        </p:nvSpPr>
        <p:spPr>
          <a:xfrm rot="5400000">
            <a:off x="2689609" y="3537336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164D9-D2E7-4AB4-98B6-478D16514061}"/>
              </a:ext>
            </a:extLst>
          </p:cNvPr>
          <p:cNvSpPr/>
          <p:nvPr/>
        </p:nvSpPr>
        <p:spPr>
          <a:xfrm>
            <a:off x="3528944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9640A1-B196-4136-AF40-82AC30907E3A}"/>
              </a:ext>
            </a:extLst>
          </p:cNvPr>
          <p:cNvSpPr/>
          <p:nvPr/>
        </p:nvSpPr>
        <p:spPr>
          <a:xfrm>
            <a:off x="5065932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700EE-4DA0-48AE-8CCE-6816A46FD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77" y="1963670"/>
            <a:ext cx="371475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72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A9DC2D7-5BD0-457F-AC08-F09C5BBE93CE}"/>
              </a:ext>
            </a:extLst>
          </p:cNvPr>
          <p:cNvSpPr/>
          <p:nvPr/>
        </p:nvSpPr>
        <p:spPr>
          <a:xfrm>
            <a:off x="2423160" y="1407160"/>
            <a:ext cx="2042160" cy="11988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B9C52F-5C05-47A5-8206-20498C3FF2C5}"/>
              </a:ext>
            </a:extLst>
          </p:cNvPr>
          <p:cNvGrpSpPr/>
          <p:nvPr/>
        </p:nvGrpSpPr>
        <p:grpSpPr>
          <a:xfrm>
            <a:off x="4965726" y="895139"/>
            <a:ext cx="3600000" cy="3600000"/>
            <a:chOff x="3062796" y="1358282"/>
            <a:chExt cx="3600000" cy="359999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5B9D85-C0EB-4D55-BA66-E8525291A2FD}"/>
                </a:ext>
              </a:extLst>
            </p:cNvPr>
            <p:cNvSpPr/>
            <p:nvPr/>
          </p:nvSpPr>
          <p:spPr>
            <a:xfrm>
              <a:off x="3062796" y="1358282"/>
              <a:ext cx="3600000" cy="3599999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A5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9239680-5AD2-48C3-80F9-2F2B8C9AEAEA}"/>
                </a:ext>
              </a:extLst>
            </p:cNvPr>
            <p:cNvSpPr/>
            <p:nvPr/>
          </p:nvSpPr>
          <p:spPr>
            <a:xfrm>
              <a:off x="3693559" y="1825496"/>
              <a:ext cx="2338474" cy="2665571"/>
            </a:xfrm>
            <a:prstGeom prst="roundRect">
              <a:avLst>
                <a:gd name="adj" fmla="val 22741"/>
              </a:avLst>
            </a:prstGeom>
            <a:noFill/>
            <a:ln w="12700" cmpd="sng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427C93F-DA85-4759-9161-39B465E54CF4}"/>
                </a:ext>
              </a:extLst>
            </p:cNvPr>
            <p:cNvSpPr/>
            <p:nvPr/>
          </p:nvSpPr>
          <p:spPr>
            <a:xfrm>
              <a:off x="4212856" y="236461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FCDF59A-38FA-4F1D-AA82-840501CE7730}"/>
                </a:ext>
              </a:extLst>
            </p:cNvPr>
            <p:cNvSpPr/>
            <p:nvPr/>
          </p:nvSpPr>
          <p:spPr>
            <a:xfrm>
              <a:off x="4212856" y="2831825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C1FF9C-4A5A-430A-A5DB-A1B27AF54372}"/>
                </a:ext>
              </a:extLst>
            </p:cNvPr>
            <p:cNvSpPr/>
            <p:nvPr/>
          </p:nvSpPr>
          <p:spPr>
            <a:xfrm>
              <a:off x="4212856" y="329806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C46BD6-09AA-45F0-9227-188EFA89E7F1}"/>
                </a:ext>
              </a:extLst>
            </p:cNvPr>
            <p:cNvSpPr/>
            <p:nvPr/>
          </p:nvSpPr>
          <p:spPr>
            <a:xfrm>
              <a:off x="4212855" y="3764297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534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608DAA-8F82-417E-97F1-ED304F48A38A}"/>
              </a:ext>
            </a:extLst>
          </p:cNvPr>
          <p:cNvSpPr/>
          <p:nvPr/>
        </p:nvSpPr>
        <p:spPr>
          <a:xfrm>
            <a:off x="4296000" y="1393792"/>
            <a:ext cx="3600000" cy="3600000"/>
          </a:xfrm>
          <a:prstGeom prst="rect">
            <a:avLst/>
          </a:prstGeom>
          <a:noFill/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749F8F-632E-48B2-AD49-579441A5D93E}"/>
              </a:ext>
            </a:extLst>
          </p:cNvPr>
          <p:cNvSpPr/>
          <p:nvPr/>
        </p:nvSpPr>
        <p:spPr>
          <a:xfrm>
            <a:off x="4564200" y="16943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112112-D704-43EB-8914-B06BAE72515C}"/>
              </a:ext>
            </a:extLst>
          </p:cNvPr>
          <p:cNvSpPr/>
          <p:nvPr/>
        </p:nvSpPr>
        <p:spPr>
          <a:xfrm>
            <a:off x="4564200" y="27941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E5E80-40D7-44A4-A6F7-ED9ECC65AC08}"/>
              </a:ext>
            </a:extLst>
          </p:cNvPr>
          <p:cNvSpPr/>
          <p:nvPr/>
        </p:nvSpPr>
        <p:spPr>
          <a:xfrm>
            <a:off x="4500175" y="1702131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C99CDBF-134B-4137-ACEB-A700EBE85585}"/>
              </a:ext>
            </a:extLst>
          </p:cNvPr>
          <p:cNvSpPr/>
          <p:nvPr/>
        </p:nvSpPr>
        <p:spPr>
          <a:xfrm>
            <a:off x="4564200" y="3886253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3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8</cp:revision>
  <dcterms:created xsi:type="dcterms:W3CDTF">2021-03-06T11:14:42Z</dcterms:created>
  <dcterms:modified xsi:type="dcterms:W3CDTF">2021-03-09T14:55:32Z</dcterms:modified>
</cp:coreProperties>
</file>