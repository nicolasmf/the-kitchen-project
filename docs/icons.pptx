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  <a:srgbClr val="FF99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230" y="-3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5972-9179-4C3F-A02C-FFB0BD533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0CFBA2-D60E-4135-AB73-421073F57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4CF37-1F1F-457A-9481-EB078505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FCB6-472D-4E05-8447-312921A25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923A-CADD-45B8-91B6-A010E8BD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09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71161-BEA9-4497-A016-0A8411DB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D493-3525-465D-B25A-62E2208E0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ED0C3-BDD9-4A1A-BD17-C66BAECC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53F15-1123-4E32-984D-AB3F924DA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D375A-AE03-49D6-8FF6-E9BF54F6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259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32F1-3786-4835-A768-485577ECF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6B219-D7C0-4FEA-B069-30E476546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AE9C6-CE92-4D27-8BF1-3BDCFDCD5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CAC99-0042-48D7-B9E0-65ED7F5B7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E423-6EE9-43F6-97A0-2F2A73DC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8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B6EC-136B-4555-B57E-7CF4B9EC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4A416-2EB6-403B-856F-F6AE01B30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F1ADD-7F0C-428E-9212-CE6A3FADF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169DD-DC7E-4C13-BD56-7AF952343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4E648-CCA4-4689-879C-A1025589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B1B2D-F234-4D2A-93D3-CB028144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54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B0B28-0210-478A-80C8-2B53AD74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E0D2D-AC55-4F15-B2D3-8AD05679F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138C3-853E-4AEE-ABFC-1E30648CF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F98990-68BA-4958-9CC0-5E4A9BF8E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B93A7-5120-4B96-8F2B-AA1B4C726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1FA9BA-D57D-4CA3-82EA-D694933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4D156-10E2-4452-ABF6-8A691869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3728-6804-4A6F-9311-B0AC5F47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44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E230-6821-43E5-B4BC-B7EE4639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AFA20-AA22-480B-A8D4-415A941D2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A506C4-FA4F-4B24-A824-782D114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3BE77-5A95-4518-B0CD-2FBD5B8C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61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37AC7A-B6F7-4CBE-B845-A2AE5DCE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2DDA5-5A7A-45FD-9114-C189A6E62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1BBDA-2108-4A32-A6B6-305AD48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9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911B5-C00D-4561-9307-B7C8411B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FA79-13F1-4B35-A015-AA67BBA4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C45DA-B1E4-4125-B6FD-437C90451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2F83A1-D473-4DA4-89DC-6649528B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678CC-D6A2-43D9-947A-28BEA8AC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813AB-B9B5-4384-87AE-2CBB17AB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53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44A7-001A-4A75-B0F7-29EEA90BF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D5126D-EDED-4AA3-A2B2-FC521A999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CED11-F53D-43BC-83E1-CDE2CB001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82764-0AE1-4B8E-B5CD-D5AF3977C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513BF-E7F1-4CE0-ABBD-2FD54A9E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7B903-6D40-4BE6-9467-C675A3E5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84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66AD-C4F9-495D-B131-5D35B322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4412B-4700-432B-B491-93032EF1C6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CF1EE-320B-494E-AAEA-81BAE2605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77515-3DCA-4F6F-A987-D5E57CBF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D6F8-E04F-40D7-804C-5ACD2E1E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3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9F022-AD9D-4EE9-AF90-8C1BDAA69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86884-1906-4E8A-B1BE-7A10521F6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0B879-D99B-436E-9892-261061F8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72F33-DB5D-4710-8807-C9BA7AA3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3DDE8-862E-4502-A2E0-62CF9A03D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548531-70DD-44D5-A217-D0A44C83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72F3D-E91E-4D20-88B6-7E0293793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AE02D-00EE-41FD-B6F1-9FB0B007C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0C4DA-C7B8-4A22-9C82-0DEE3AFE6205}" type="datetimeFigureOut">
              <a:rPr lang="en-US" smtClean="0"/>
              <a:t>3/10/2021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95A3B-6C7A-4140-BAA4-045FD78DE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DE5E0-83EF-4596-8082-46052F35D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0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BD3755-69D2-4B07-B00A-B2D169D5E374}"/>
              </a:ext>
            </a:extLst>
          </p:cNvPr>
          <p:cNvSpPr/>
          <p:nvPr/>
        </p:nvSpPr>
        <p:spPr>
          <a:xfrm>
            <a:off x="2902998" y="1269507"/>
            <a:ext cx="3600000" cy="36000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39C21E-B8E3-4F72-BAF7-C17B1FBC3E0B}"/>
              </a:ext>
            </a:extLst>
          </p:cNvPr>
          <p:cNvSpPr/>
          <p:nvPr/>
        </p:nvSpPr>
        <p:spPr>
          <a:xfrm rot="19020938">
            <a:off x="2815227" y="2297821"/>
            <a:ext cx="2264933" cy="2357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104D4-B8CC-41F1-9D52-826D75AD8289}"/>
              </a:ext>
            </a:extLst>
          </p:cNvPr>
          <p:cNvSpPr/>
          <p:nvPr/>
        </p:nvSpPr>
        <p:spPr>
          <a:xfrm rot="2580166">
            <a:off x="4323274" y="2297862"/>
            <a:ext cx="2264933" cy="233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41937F-6F47-4FA9-96A9-1B32B265F651}"/>
              </a:ext>
            </a:extLst>
          </p:cNvPr>
          <p:cNvSpPr/>
          <p:nvPr/>
        </p:nvSpPr>
        <p:spPr>
          <a:xfrm rot="5400000">
            <a:off x="4360209" y="3630145"/>
            <a:ext cx="1360719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FC9D74-7ACF-4CC2-98D4-204E26A4145B}"/>
              </a:ext>
            </a:extLst>
          </p:cNvPr>
          <p:cNvSpPr/>
          <p:nvPr/>
        </p:nvSpPr>
        <p:spPr>
          <a:xfrm rot="5400000">
            <a:off x="3686371" y="3632322"/>
            <a:ext cx="1356357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73FEE8-996A-44C8-8DDC-A3EF76863E19}"/>
              </a:ext>
            </a:extLst>
          </p:cNvPr>
          <p:cNvSpPr/>
          <p:nvPr/>
        </p:nvSpPr>
        <p:spPr>
          <a:xfrm>
            <a:off x="4249186" y="3063241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499E8F-98EC-4639-BFD2-52FAB5D33189}"/>
              </a:ext>
            </a:extLst>
          </p:cNvPr>
          <p:cNvSpPr/>
          <p:nvPr/>
        </p:nvSpPr>
        <p:spPr>
          <a:xfrm rot="5400000">
            <a:off x="5168301" y="3537338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6DA9D-96E8-498E-8E20-A5A818696BC8}"/>
              </a:ext>
            </a:extLst>
          </p:cNvPr>
          <p:cNvSpPr/>
          <p:nvPr/>
        </p:nvSpPr>
        <p:spPr>
          <a:xfrm rot="5400000">
            <a:off x="2689609" y="3537336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164D9-D2E7-4AB4-98B6-478D16514061}"/>
              </a:ext>
            </a:extLst>
          </p:cNvPr>
          <p:cNvSpPr/>
          <p:nvPr/>
        </p:nvSpPr>
        <p:spPr>
          <a:xfrm>
            <a:off x="3528944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9640A1-B196-4136-AF40-82AC30907E3A}"/>
              </a:ext>
            </a:extLst>
          </p:cNvPr>
          <p:cNvSpPr/>
          <p:nvPr/>
        </p:nvSpPr>
        <p:spPr>
          <a:xfrm>
            <a:off x="5065932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C0700EE-4DA0-48AE-8CCE-6816A46FD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77" y="1963670"/>
            <a:ext cx="371475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872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A9DC2D7-5BD0-457F-AC08-F09C5BBE93CE}"/>
              </a:ext>
            </a:extLst>
          </p:cNvPr>
          <p:cNvSpPr/>
          <p:nvPr/>
        </p:nvSpPr>
        <p:spPr>
          <a:xfrm>
            <a:off x="2423160" y="1407160"/>
            <a:ext cx="2042160" cy="11988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B9C52F-5C05-47A5-8206-20498C3FF2C5}"/>
              </a:ext>
            </a:extLst>
          </p:cNvPr>
          <p:cNvGrpSpPr/>
          <p:nvPr/>
        </p:nvGrpSpPr>
        <p:grpSpPr>
          <a:xfrm>
            <a:off x="4965726" y="895139"/>
            <a:ext cx="3600000" cy="3600000"/>
            <a:chOff x="3062796" y="1358282"/>
            <a:chExt cx="3600000" cy="359999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5B9D85-C0EB-4D55-BA66-E8525291A2FD}"/>
                </a:ext>
              </a:extLst>
            </p:cNvPr>
            <p:cNvSpPr/>
            <p:nvPr/>
          </p:nvSpPr>
          <p:spPr>
            <a:xfrm>
              <a:off x="3062796" y="1358282"/>
              <a:ext cx="3600000" cy="3599999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A5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9239680-5AD2-48C3-80F9-2F2B8C9AEAEA}"/>
                </a:ext>
              </a:extLst>
            </p:cNvPr>
            <p:cNvSpPr/>
            <p:nvPr/>
          </p:nvSpPr>
          <p:spPr>
            <a:xfrm>
              <a:off x="3693559" y="1825496"/>
              <a:ext cx="2338474" cy="2665571"/>
            </a:xfrm>
            <a:prstGeom prst="roundRect">
              <a:avLst>
                <a:gd name="adj" fmla="val 22741"/>
              </a:avLst>
            </a:prstGeom>
            <a:noFill/>
            <a:ln w="12700" cmpd="sng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427C93F-DA85-4759-9161-39B465E54CF4}"/>
                </a:ext>
              </a:extLst>
            </p:cNvPr>
            <p:cNvSpPr/>
            <p:nvPr/>
          </p:nvSpPr>
          <p:spPr>
            <a:xfrm>
              <a:off x="4212856" y="236461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FCDF59A-38FA-4F1D-AA82-840501CE7730}"/>
                </a:ext>
              </a:extLst>
            </p:cNvPr>
            <p:cNvSpPr/>
            <p:nvPr/>
          </p:nvSpPr>
          <p:spPr>
            <a:xfrm>
              <a:off x="4212856" y="2831825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C1FF9C-4A5A-430A-A5DB-A1B27AF54372}"/>
                </a:ext>
              </a:extLst>
            </p:cNvPr>
            <p:cNvSpPr/>
            <p:nvPr/>
          </p:nvSpPr>
          <p:spPr>
            <a:xfrm>
              <a:off x="4212856" y="329806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C46BD6-09AA-45F0-9227-188EFA89E7F1}"/>
                </a:ext>
              </a:extLst>
            </p:cNvPr>
            <p:cNvSpPr/>
            <p:nvPr/>
          </p:nvSpPr>
          <p:spPr>
            <a:xfrm>
              <a:off x="4212855" y="3764297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534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608DAA-8F82-417E-97F1-ED304F48A38A}"/>
              </a:ext>
            </a:extLst>
          </p:cNvPr>
          <p:cNvSpPr/>
          <p:nvPr/>
        </p:nvSpPr>
        <p:spPr>
          <a:xfrm>
            <a:off x="4296000" y="1393792"/>
            <a:ext cx="3600000" cy="3600000"/>
          </a:xfrm>
          <a:prstGeom prst="rect">
            <a:avLst/>
          </a:prstGeom>
          <a:noFill/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749F8F-632E-48B2-AD49-579441A5D93E}"/>
              </a:ext>
            </a:extLst>
          </p:cNvPr>
          <p:cNvSpPr/>
          <p:nvPr/>
        </p:nvSpPr>
        <p:spPr>
          <a:xfrm>
            <a:off x="4564200" y="16943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112112-D704-43EB-8914-B06BAE72515C}"/>
              </a:ext>
            </a:extLst>
          </p:cNvPr>
          <p:cNvSpPr/>
          <p:nvPr/>
        </p:nvSpPr>
        <p:spPr>
          <a:xfrm>
            <a:off x="4564200" y="27941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2E5E80-40D7-44A4-A6F7-ED9ECC65AC08}"/>
              </a:ext>
            </a:extLst>
          </p:cNvPr>
          <p:cNvSpPr/>
          <p:nvPr/>
        </p:nvSpPr>
        <p:spPr>
          <a:xfrm>
            <a:off x="4500175" y="1702131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C99CDBF-134B-4137-ACEB-A700EBE85585}"/>
              </a:ext>
            </a:extLst>
          </p:cNvPr>
          <p:cNvSpPr/>
          <p:nvPr/>
        </p:nvSpPr>
        <p:spPr>
          <a:xfrm>
            <a:off x="4564200" y="3886253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5DCEE9-4AB0-4E22-A6B7-062AA89DED99}"/>
              </a:ext>
            </a:extLst>
          </p:cNvPr>
          <p:cNvSpPr/>
          <p:nvPr/>
        </p:nvSpPr>
        <p:spPr>
          <a:xfrm>
            <a:off x="3622090" y="2401409"/>
            <a:ext cx="762000" cy="152400"/>
          </a:xfrm>
          <a:prstGeom prst="rect">
            <a:avLst/>
          </a:prstGeom>
          <a:solidFill>
            <a:srgbClr val="FFA500"/>
          </a:solidFill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DC55A6E-2932-41A7-AE7D-F34B60BD798C}"/>
              </a:ext>
            </a:extLst>
          </p:cNvPr>
          <p:cNvSpPr/>
          <p:nvPr/>
        </p:nvSpPr>
        <p:spPr>
          <a:xfrm>
            <a:off x="396499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7EFE42-9C03-4C38-82B8-4CE773D95134}"/>
              </a:ext>
            </a:extLst>
          </p:cNvPr>
          <p:cNvSpPr/>
          <p:nvPr/>
        </p:nvSpPr>
        <p:spPr>
          <a:xfrm>
            <a:off x="417454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5E72654-900A-4B96-A592-A5C0C94A8F5C}"/>
              </a:ext>
            </a:extLst>
          </p:cNvPr>
          <p:cNvSpPr/>
          <p:nvPr/>
        </p:nvSpPr>
        <p:spPr>
          <a:xfrm>
            <a:off x="375544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68B1F76E-709A-439A-B33A-2E9C4FA516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0" y="313662"/>
            <a:ext cx="762000" cy="1636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58D0DC5-86FE-4EF3-A3B3-58EC9D4E0C78}"/>
              </a:ext>
            </a:extLst>
          </p:cNvPr>
          <p:cNvSpPr/>
          <p:nvPr/>
        </p:nvSpPr>
        <p:spPr>
          <a:xfrm>
            <a:off x="4775152" y="2496820"/>
            <a:ext cx="2286000" cy="6858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87C9C71-B395-42BD-95C2-A821B2CF1402}"/>
              </a:ext>
            </a:extLst>
          </p:cNvPr>
          <p:cNvSpPr/>
          <p:nvPr/>
        </p:nvSpPr>
        <p:spPr>
          <a:xfrm>
            <a:off x="5803852" y="272542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BD69DED-1E25-45AF-8228-A96F1B795CBC}"/>
              </a:ext>
            </a:extLst>
          </p:cNvPr>
          <p:cNvSpPr/>
          <p:nvPr/>
        </p:nvSpPr>
        <p:spPr>
          <a:xfrm>
            <a:off x="5175202" y="272542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F58DB65-2633-4B9C-9E56-A8ADC4F80D20}"/>
              </a:ext>
            </a:extLst>
          </p:cNvPr>
          <p:cNvSpPr/>
          <p:nvPr/>
        </p:nvSpPr>
        <p:spPr>
          <a:xfrm>
            <a:off x="6432502" y="272542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02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F1FDA6C-5388-415E-A2A6-60F0F6B8E748}"/>
              </a:ext>
            </a:extLst>
          </p:cNvPr>
          <p:cNvGrpSpPr/>
          <p:nvPr/>
        </p:nvGrpSpPr>
        <p:grpSpPr>
          <a:xfrm>
            <a:off x="1064211" y="1401192"/>
            <a:ext cx="1524000" cy="1524000"/>
            <a:chOff x="3771900" y="1676400"/>
            <a:chExt cx="1524000" cy="1524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B51191-7FCE-424D-A045-E7022F0EB1B6}"/>
                </a:ext>
              </a:extLst>
            </p:cNvPr>
            <p:cNvSpPr/>
            <p:nvPr/>
          </p:nvSpPr>
          <p:spPr>
            <a:xfrm>
              <a:off x="3771900" y="1676400"/>
              <a:ext cx="1524000" cy="1524000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626F931C-9085-4342-BE90-73BE4632D254}"/>
                </a:ext>
              </a:extLst>
            </p:cNvPr>
            <p:cNvSpPr/>
            <p:nvPr/>
          </p:nvSpPr>
          <p:spPr>
            <a:xfrm>
              <a:off x="4000500" y="1800225"/>
              <a:ext cx="1038225" cy="1276350"/>
            </a:xfrm>
            <a:prstGeom prst="downArrow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0BC22B-FAD0-4244-B082-A125797530D3}"/>
              </a:ext>
            </a:extLst>
          </p:cNvPr>
          <p:cNvGrpSpPr/>
          <p:nvPr/>
        </p:nvGrpSpPr>
        <p:grpSpPr>
          <a:xfrm>
            <a:off x="5868990" y="1653133"/>
            <a:ext cx="1524000" cy="1524000"/>
            <a:chOff x="5868990" y="1653133"/>
            <a:chExt cx="1524000" cy="1524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EA82253-C11F-445D-84CE-0B50F6DCC122}"/>
                </a:ext>
              </a:extLst>
            </p:cNvPr>
            <p:cNvSpPr/>
            <p:nvPr/>
          </p:nvSpPr>
          <p:spPr>
            <a:xfrm>
              <a:off x="5868990" y="1653133"/>
              <a:ext cx="1524000" cy="1524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1699DF9-2099-448D-A3F6-E1E2731255C3}"/>
                </a:ext>
              </a:extLst>
            </p:cNvPr>
            <p:cNvGrpSpPr/>
            <p:nvPr/>
          </p:nvGrpSpPr>
          <p:grpSpPr>
            <a:xfrm>
              <a:off x="6076879" y="1845297"/>
              <a:ext cx="886019" cy="1072605"/>
              <a:chOff x="6137839" y="1771669"/>
              <a:chExt cx="886019" cy="1072605"/>
            </a:xfrm>
          </p:grpSpPr>
          <p:sp>
            <p:nvSpPr>
              <p:cNvPr id="16" name="Isosceles Triangle 15">
                <a:extLst>
                  <a:ext uri="{FF2B5EF4-FFF2-40B4-BE49-F238E27FC236}">
                    <a16:creationId xmlns:a16="http://schemas.microsoft.com/office/drawing/2014/main" id="{BEE34D88-EEB1-4E61-89FC-9ECAFDD62C99}"/>
                  </a:ext>
                </a:extLst>
              </p:cNvPr>
              <p:cNvSpPr/>
              <p:nvPr/>
            </p:nvSpPr>
            <p:spPr>
              <a:xfrm rot="10212482">
                <a:off x="6565706" y="2665157"/>
                <a:ext cx="279933" cy="179117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Isosceles Triangle 16">
                <a:extLst>
                  <a:ext uri="{FF2B5EF4-FFF2-40B4-BE49-F238E27FC236}">
                    <a16:creationId xmlns:a16="http://schemas.microsoft.com/office/drawing/2014/main" id="{F041B398-AC4D-43A2-9CAD-5B30D43A41E4}"/>
                  </a:ext>
                </a:extLst>
              </p:cNvPr>
              <p:cNvSpPr/>
              <p:nvPr/>
            </p:nvSpPr>
            <p:spPr>
              <a:xfrm rot="18575770">
                <a:off x="6371150" y="2153774"/>
                <a:ext cx="206557" cy="673179"/>
              </a:xfrm>
              <a:prstGeom prst="triangle">
                <a:avLst>
                  <a:gd name="adj" fmla="val 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Isosceles Triangle 18">
                <a:extLst>
                  <a:ext uri="{FF2B5EF4-FFF2-40B4-BE49-F238E27FC236}">
                    <a16:creationId xmlns:a16="http://schemas.microsoft.com/office/drawing/2014/main" id="{AA003DD3-EABB-4662-996C-39AC0D02664A}"/>
                  </a:ext>
                </a:extLst>
              </p:cNvPr>
              <p:cNvSpPr/>
              <p:nvPr/>
            </p:nvSpPr>
            <p:spPr>
              <a:xfrm rot="1856451">
                <a:off x="6779807" y="1771669"/>
                <a:ext cx="244051" cy="10252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3100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3EC089-B002-482F-9169-4DA2618D5CCC}"/>
              </a:ext>
            </a:extLst>
          </p:cNvPr>
          <p:cNvGrpSpPr/>
          <p:nvPr/>
        </p:nvGrpSpPr>
        <p:grpSpPr>
          <a:xfrm>
            <a:off x="764540" y="1361440"/>
            <a:ext cx="1524000" cy="1524000"/>
            <a:chOff x="764540" y="1361440"/>
            <a:chExt cx="1524000" cy="1524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B9CD8ED-4876-4544-8A6B-FAA7B9608F3B}"/>
                </a:ext>
              </a:extLst>
            </p:cNvPr>
            <p:cNvSpPr/>
            <p:nvPr/>
          </p:nvSpPr>
          <p:spPr>
            <a:xfrm>
              <a:off x="764540" y="1361440"/>
              <a:ext cx="1524000" cy="1524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Curved Left 4">
              <a:extLst>
                <a:ext uri="{FF2B5EF4-FFF2-40B4-BE49-F238E27FC236}">
                  <a16:creationId xmlns:a16="http://schemas.microsoft.com/office/drawing/2014/main" id="{22F92986-9B28-451F-B62E-4B0DA36526D6}"/>
                </a:ext>
              </a:extLst>
            </p:cNvPr>
            <p:cNvSpPr/>
            <p:nvPr/>
          </p:nvSpPr>
          <p:spPr>
            <a:xfrm>
              <a:off x="1143000" y="1743710"/>
              <a:ext cx="762000" cy="762000"/>
            </a:xfrm>
            <a:prstGeom prst="curvedLeftArrow">
              <a:avLst/>
            </a:prstGeom>
            <a:solidFill>
              <a:srgbClr val="FF993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7F5ADA5-5EA6-42E9-8A67-CE75F3FC8473}"/>
              </a:ext>
            </a:extLst>
          </p:cNvPr>
          <p:cNvGrpSpPr/>
          <p:nvPr/>
        </p:nvGrpSpPr>
        <p:grpSpPr>
          <a:xfrm>
            <a:off x="4994656" y="1524000"/>
            <a:ext cx="3810000" cy="3810000"/>
            <a:chOff x="4994656" y="1524000"/>
            <a:chExt cx="3810000" cy="381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807ED0-F222-4D3D-908F-7FE7BED75BFF}"/>
                </a:ext>
              </a:extLst>
            </p:cNvPr>
            <p:cNvSpPr/>
            <p:nvPr/>
          </p:nvSpPr>
          <p:spPr>
            <a:xfrm>
              <a:off x="4994656" y="1524000"/>
              <a:ext cx="3810000" cy="3810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C420693-8D34-48AE-B81A-F36F6E982876}"/>
                </a:ext>
              </a:extLst>
            </p:cNvPr>
            <p:cNvSpPr/>
            <p:nvPr/>
          </p:nvSpPr>
          <p:spPr>
            <a:xfrm>
              <a:off x="5185156" y="1714500"/>
              <a:ext cx="3429000" cy="3429000"/>
            </a:xfrm>
            <a:prstGeom prst="ellipse">
              <a:avLst/>
            </a:prstGeom>
            <a:solidFill>
              <a:srgbClr val="FFA50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8350C8-525F-463C-9B91-56FB566CF2BB}"/>
                </a:ext>
              </a:extLst>
            </p:cNvPr>
            <p:cNvCxnSpPr>
              <a:cxnSpLocks/>
              <a:endCxn id="8" idx="4"/>
            </p:cNvCxnSpPr>
            <p:nvPr/>
          </p:nvCxnSpPr>
          <p:spPr>
            <a:xfrm>
              <a:off x="6899656" y="1743710"/>
              <a:ext cx="0" cy="339979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38D4575-5BAB-4D5A-9985-F59B8C7573D9}"/>
                </a:ext>
              </a:extLst>
            </p:cNvPr>
            <p:cNvCxnSpPr>
              <a:cxnSpLocks/>
              <a:stCxn id="8" idx="2"/>
              <a:endCxn id="8" idx="6"/>
            </p:cNvCxnSpPr>
            <p:nvPr/>
          </p:nvCxnSpPr>
          <p:spPr>
            <a:xfrm>
              <a:off x="5185156" y="3429000"/>
              <a:ext cx="3429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707435F-C09C-4E12-8DBB-2AFBCAA85DE2}"/>
                </a:ext>
              </a:extLst>
            </p:cNvPr>
            <p:cNvCxnSpPr>
              <a:cxnSpLocks/>
              <a:stCxn id="8" idx="7"/>
              <a:endCxn id="8" idx="3"/>
            </p:cNvCxnSpPr>
            <p:nvPr/>
          </p:nvCxnSpPr>
          <p:spPr>
            <a:xfrm flipH="1">
              <a:off x="5687321" y="2216665"/>
              <a:ext cx="2424670" cy="242467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EF74D4EA-C656-4AC3-A3F0-C160BD02419E}"/>
                </a:ext>
              </a:extLst>
            </p:cNvPr>
            <p:cNvCxnSpPr>
              <a:cxnSpLocks/>
              <a:stCxn id="8" idx="1"/>
              <a:endCxn id="8" idx="5"/>
            </p:cNvCxnSpPr>
            <p:nvPr/>
          </p:nvCxnSpPr>
          <p:spPr>
            <a:xfrm>
              <a:off x="5687321" y="2216665"/>
              <a:ext cx="2424670" cy="242467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FB7B3AE-E99B-4F16-A8A8-5D56D0254A29}"/>
                </a:ext>
              </a:extLst>
            </p:cNvPr>
            <p:cNvSpPr/>
            <p:nvPr/>
          </p:nvSpPr>
          <p:spPr>
            <a:xfrm>
              <a:off x="5375656" y="1919605"/>
              <a:ext cx="3048000" cy="3048000"/>
            </a:xfrm>
            <a:prstGeom prst="ellipse">
              <a:avLst/>
            </a:prstGeom>
            <a:solidFill>
              <a:srgbClr val="FFA500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4ACCB3D-918E-4B7F-9B13-DC4DAF97E42A}"/>
                </a:ext>
              </a:extLst>
            </p:cNvPr>
            <p:cNvSpPr/>
            <p:nvPr/>
          </p:nvSpPr>
          <p:spPr>
            <a:xfrm>
              <a:off x="6861556" y="3390900"/>
              <a:ext cx="76200" cy="76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2B23760-862E-4301-B161-B1B9F1EAE5F4}"/>
              </a:ext>
            </a:extLst>
          </p:cNvPr>
          <p:cNvGrpSpPr/>
          <p:nvPr/>
        </p:nvGrpSpPr>
        <p:grpSpPr>
          <a:xfrm>
            <a:off x="1905000" y="4023360"/>
            <a:ext cx="762000" cy="762000"/>
            <a:chOff x="1905000" y="4023360"/>
            <a:chExt cx="762000" cy="76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4347963-AF6A-42C4-8C8D-5FACB3355412}"/>
                </a:ext>
              </a:extLst>
            </p:cNvPr>
            <p:cNvSpPr/>
            <p:nvPr/>
          </p:nvSpPr>
          <p:spPr>
            <a:xfrm>
              <a:off x="1905000" y="4023360"/>
              <a:ext cx="762000" cy="762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428E5BC-6AA2-4A84-9EA7-95F459BC52D4}"/>
                </a:ext>
              </a:extLst>
            </p:cNvPr>
            <p:cNvGrpSpPr/>
            <p:nvPr/>
          </p:nvGrpSpPr>
          <p:grpSpPr>
            <a:xfrm>
              <a:off x="1993012" y="4114323"/>
              <a:ext cx="585976" cy="580073"/>
              <a:chOff x="1963678" y="4076700"/>
              <a:chExt cx="585976" cy="580073"/>
            </a:xfrm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39B58883-6922-4AA2-8161-B5060A82D107}"/>
                  </a:ext>
                </a:extLst>
              </p:cNvPr>
              <p:cNvSpPr/>
              <p:nvPr/>
            </p:nvSpPr>
            <p:spPr>
              <a:xfrm>
                <a:off x="1963678" y="4076700"/>
                <a:ext cx="381000" cy="381000"/>
              </a:xfrm>
              <a:prstGeom prst="ellipse">
                <a:avLst/>
              </a:prstGeom>
              <a:noFill/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2CAFCCF-B7D7-48E2-8733-747828BB8588}"/>
                  </a:ext>
                </a:extLst>
              </p:cNvPr>
              <p:cNvCxnSpPr>
                <a:cxnSpLocks/>
                <a:stCxn id="53" idx="5"/>
              </p:cNvCxnSpPr>
              <p:nvPr/>
            </p:nvCxnSpPr>
            <p:spPr>
              <a:xfrm>
                <a:off x="2288882" y="4401904"/>
                <a:ext cx="260772" cy="254869"/>
              </a:xfrm>
              <a:prstGeom prst="line">
                <a:avLst/>
              </a:prstGeom>
              <a:ln w="762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25463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0F691B7-F7FD-40E9-81F2-03BA62935993}"/>
              </a:ext>
            </a:extLst>
          </p:cNvPr>
          <p:cNvGrpSpPr/>
          <p:nvPr/>
        </p:nvGrpSpPr>
        <p:grpSpPr>
          <a:xfrm>
            <a:off x="821054" y="1470660"/>
            <a:ext cx="1143000" cy="1143000"/>
            <a:chOff x="821054" y="1470660"/>
            <a:chExt cx="1143000" cy="1143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F0062AF-E53E-4ECD-BC69-02D660AE1E5D}"/>
                </a:ext>
              </a:extLst>
            </p:cNvPr>
            <p:cNvSpPr/>
            <p:nvPr/>
          </p:nvSpPr>
          <p:spPr>
            <a:xfrm>
              <a:off x="821054" y="1470660"/>
              <a:ext cx="1143000" cy="1143000"/>
            </a:xfrm>
            <a:prstGeom prst="rect">
              <a:avLst/>
            </a:prstGeom>
            <a:solidFill>
              <a:srgbClr val="FFA5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B08B642-1225-4DAF-BE5C-53E914670D5B}"/>
                </a:ext>
              </a:extLst>
            </p:cNvPr>
            <p:cNvSpPr/>
            <p:nvPr/>
          </p:nvSpPr>
          <p:spPr>
            <a:xfrm>
              <a:off x="1057751" y="1609725"/>
              <a:ext cx="669606" cy="864870"/>
            </a:xfrm>
            <a:prstGeom prst="roundRect">
              <a:avLst/>
            </a:prstGeom>
            <a:solidFill>
              <a:srgbClr val="FFA500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98BE3F5-9648-46E2-909F-FAA2C6803070}"/>
                </a:ext>
              </a:extLst>
            </p:cNvPr>
            <p:cNvSpPr/>
            <p:nvPr/>
          </p:nvSpPr>
          <p:spPr>
            <a:xfrm>
              <a:off x="1205865" y="2023109"/>
              <a:ext cx="381000" cy="381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D0B9840-CD61-4BDC-8365-F813190EE8AF}"/>
                </a:ext>
              </a:extLst>
            </p:cNvPr>
            <p:cNvSpPr/>
            <p:nvPr/>
          </p:nvSpPr>
          <p:spPr>
            <a:xfrm>
              <a:off x="1205865" y="2229802"/>
              <a:ext cx="381000" cy="381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5449E76-C1C3-45FC-9C48-4D45DC340940}"/>
                </a:ext>
              </a:extLst>
            </p:cNvPr>
            <p:cNvSpPr/>
            <p:nvPr/>
          </p:nvSpPr>
          <p:spPr>
            <a:xfrm>
              <a:off x="1202054" y="1816416"/>
              <a:ext cx="381000" cy="381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19031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19</cp:revision>
  <dcterms:created xsi:type="dcterms:W3CDTF">2021-03-06T11:14:42Z</dcterms:created>
  <dcterms:modified xsi:type="dcterms:W3CDTF">2021-03-10T11:24:36Z</dcterms:modified>
</cp:coreProperties>
</file>